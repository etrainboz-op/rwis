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1766" r:id="rId3"/>
    <p:sldId id="1765" r:id="rId4"/>
    <p:sldId id="1737" r:id="rId5"/>
    <p:sldId id="1753" r:id="rId6"/>
    <p:sldId id="1738" r:id="rId7"/>
    <p:sldId id="1739" r:id="rId8"/>
    <p:sldId id="1740" r:id="rId9"/>
    <p:sldId id="1741" r:id="rId10"/>
    <p:sldId id="1736" r:id="rId11"/>
    <p:sldId id="1742" r:id="rId12"/>
    <p:sldId id="1743" r:id="rId13"/>
    <p:sldId id="1751" r:id="rId14"/>
    <p:sldId id="1744" r:id="rId15"/>
    <p:sldId id="1745" r:id="rId16"/>
    <p:sldId id="1752" r:id="rId17"/>
    <p:sldId id="1746" r:id="rId18"/>
    <p:sldId id="1754" r:id="rId19"/>
    <p:sldId id="1755" r:id="rId20"/>
    <p:sldId id="1756" r:id="rId21"/>
    <p:sldId id="1757" r:id="rId22"/>
    <p:sldId id="1758" r:id="rId23"/>
    <p:sldId id="1762" r:id="rId24"/>
    <p:sldId id="1763" r:id="rId25"/>
    <p:sldId id="1764" r:id="rId26"/>
    <p:sldId id="1767" r:id="rId27"/>
    <p:sldId id="1771" r:id="rId28"/>
    <p:sldId id="1768" r:id="rId29"/>
    <p:sldId id="1769" r:id="rId30"/>
    <p:sldId id="1770" r:id="rId31"/>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larus, Douglas" initials="GD" lastIdx="1" clrIdx="0">
    <p:extLst>
      <p:ext uri="{19B8F6BF-5375-455C-9EA6-DF929625EA0E}">
        <p15:presenceInfo xmlns:p15="http://schemas.microsoft.com/office/powerpoint/2012/main" userId="S-1-5-21-2075287821-1738614867-786498627-7462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larus, Douglas" userId="92012f34-c51d-4707-acb6-569c94fb8be7" providerId="ADAL" clId="{EE0F6A63-6289-4F63-B97B-ADB71C049F0D}"/>
    <pc:docChg chg="undo custSel addSld delSld modSld sldOrd">
      <pc:chgData name="Galarus, Douglas" userId="92012f34-c51d-4707-acb6-569c94fb8be7" providerId="ADAL" clId="{EE0F6A63-6289-4F63-B97B-ADB71C049F0D}" dt="2024-04-23T16:43:36.810" v="927" actId="114"/>
      <pc:docMkLst>
        <pc:docMk/>
      </pc:docMkLst>
      <pc:sldChg chg="modSp">
        <pc:chgData name="Galarus, Douglas" userId="92012f34-c51d-4707-acb6-569c94fb8be7" providerId="ADAL" clId="{EE0F6A63-6289-4F63-B97B-ADB71C049F0D}" dt="2024-04-23T16:08:00.654" v="779" actId="13926"/>
        <pc:sldMkLst>
          <pc:docMk/>
          <pc:sldMk cId="317061521" sldId="256"/>
        </pc:sldMkLst>
        <pc:spChg chg="mod">
          <ac:chgData name="Galarus, Douglas" userId="92012f34-c51d-4707-acb6-569c94fb8be7" providerId="ADAL" clId="{EE0F6A63-6289-4F63-B97B-ADB71C049F0D}" dt="2024-04-23T14:20:40.824" v="134" actId="1035"/>
          <ac:spMkLst>
            <pc:docMk/>
            <pc:sldMk cId="317061521" sldId="256"/>
            <ac:spMk id="2" creationId="{ECA53EB0-CB93-4AEE-9680-6D2114CBBB73}"/>
          </ac:spMkLst>
        </pc:spChg>
        <pc:spChg chg="mod">
          <ac:chgData name="Galarus, Douglas" userId="92012f34-c51d-4707-acb6-569c94fb8be7" providerId="ADAL" clId="{EE0F6A63-6289-4F63-B97B-ADB71C049F0D}" dt="2024-04-23T16:08:00.654" v="779" actId="13926"/>
          <ac:spMkLst>
            <pc:docMk/>
            <pc:sldMk cId="317061521" sldId="256"/>
            <ac:spMk id="3" creationId="{F18CA32B-E1EB-449A-9603-912272C947EA}"/>
          </ac:spMkLst>
        </pc:spChg>
      </pc:sldChg>
      <pc:sldChg chg="del">
        <pc:chgData name="Galarus, Douglas" userId="92012f34-c51d-4707-acb6-569c94fb8be7" providerId="ADAL" clId="{EE0F6A63-6289-4F63-B97B-ADB71C049F0D}" dt="2024-04-23T14:22:36.054" v="276" actId="2696"/>
        <pc:sldMkLst>
          <pc:docMk/>
          <pc:sldMk cId="1323627553" sldId="1734"/>
        </pc:sldMkLst>
      </pc:sldChg>
      <pc:sldChg chg="del">
        <pc:chgData name="Galarus, Douglas" userId="92012f34-c51d-4707-acb6-569c94fb8be7" providerId="ADAL" clId="{EE0F6A63-6289-4F63-B97B-ADB71C049F0D}" dt="2024-04-23T14:21:38.397" v="169" actId="2696"/>
        <pc:sldMkLst>
          <pc:docMk/>
          <pc:sldMk cId="1026570671" sldId="1735"/>
        </pc:sldMkLst>
      </pc:sldChg>
      <pc:sldChg chg="modSp add del">
        <pc:chgData name="Galarus, Douglas" userId="92012f34-c51d-4707-acb6-569c94fb8be7" providerId="ADAL" clId="{EE0F6A63-6289-4F63-B97B-ADB71C049F0D}" dt="2024-04-23T14:25:05.685" v="306" actId="2696"/>
        <pc:sldMkLst>
          <pc:docMk/>
          <pc:sldMk cId="3948331507" sldId="1735"/>
        </pc:sldMkLst>
        <pc:spChg chg="mod">
          <ac:chgData name="Galarus, Douglas" userId="92012f34-c51d-4707-acb6-569c94fb8be7" providerId="ADAL" clId="{EE0F6A63-6289-4F63-B97B-ADB71C049F0D}" dt="2024-04-23T14:23:25.517" v="280" actId="20577"/>
          <ac:spMkLst>
            <pc:docMk/>
            <pc:sldMk cId="3948331507" sldId="1735"/>
            <ac:spMk id="2" creationId="{45903917-4A44-4F45-9C70-2175548570A4}"/>
          </ac:spMkLst>
        </pc:spChg>
      </pc:sldChg>
      <pc:sldChg chg="addSp delSp modSp add">
        <pc:chgData name="Galarus, Douglas" userId="92012f34-c51d-4707-acb6-569c94fb8be7" providerId="ADAL" clId="{EE0F6A63-6289-4F63-B97B-ADB71C049F0D}" dt="2024-04-23T16:39:49.816" v="903"/>
        <pc:sldMkLst>
          <pc:docMk/>
          <pc:sldMk cId="1034413179" sldId="1736"/>
        </pc:sldMkLst>
        <pc:spChg chg="mod">
          <ac:chgData name="Galarus, Douglas" userId="92012f34-c51d-4707-acb6-569c94fb8be7" providerId="ADAL" clId="{EE0F6A63-6289-4F63-B97B-ADB71C049F0D}" dt="2024-04-23T14:24:14.229" v="300" actId="14100"/>
          <ac:spMkLst>
            <pc:docMk/>
            <pc:sldMk cId="1034413179" sldId="1736"/>
            <ac:spMk id="2" creationId="{45903917-4A44-4F45-9C70-2175548570A4}"/>
          </ac:spMkLst>
        </pc:spChg>
        <pc:spChg chg="add del">
          <ac:chgData name="Galarus, Douglas" userId="92012f34-c51d-4707-acb6-569c94fb8be7" providerId="ADAL" clId="{EE0F6A63-6289-4F63-B97B-ADB71C049F0D}" dt="2024-04-23T16:38:23.798" v="881" actId="478"/>
          <ac:spMkLst>
            <pc:docMk/>
            <pc:sldMk cId="1034413179" sldId="1736"/>
            <ac:spMk id="4" creationId="{12328ACB-D682-47A9-8DF9-ADF4864CFEAE}"/>
          </ac:spMkLst>
        </pc:spChg>
        <pc:spChg chg="add">
          <ac:chgData name="Galarus, Douglas" userId="92012f34-c51d-4707-acb6-569c94fb8be7" providerId="ADAL" clId="{EE0F6A63-6289-4F63-B97B-ADB71C049F0D}" dt="2024-04-23T16:39:49.816" v="903"/>
          <ac:spMkLst>
            <pc:docMk/>
            <pc:sldMk cId="1034413179" sldId="1736"/>
            <ac:spMk id="5" creationId="{20ED75F7-0F3C-4221-A97F-40B8096398E2}"/>
          </ac:spMkLst>
        </pc:spChg>
      </pc:sldChg>
      <pc:sldChg chg="del">
        <pc:chgData name="Galarus, Douglas" userId="92012f34-c51d-4707-acb6-569c94fb8be7" providerId="ADAL" clId="{EE0F6A63-6289-4F63-B97B-ADB71C049F0D}" dt="2024-04-23T14:21:38.402" v="171" actId="2696"/>
        <pc:sldMkLst>
          <pc:docMk/>
          <pc:sldMk cId="2732124131" sldId="1736"/>
        </pc:sldMkLst>
      </pc:sldChg>
      <pc:sldChg chg="del">
        <pc:chgData name="Galarus, Douglas" userId="92012f34-c51d-4707-acb6-569c94fb8be7" providerId="ADAL" clId="{EE0F6A63-6289-4F63-B97B-ADB71C049F0D}" dt="2024-04-23T14:21:38.412" v="172" actId="2696"/>
        <pc:sldMkLst>
          <pc:docMk/>
          <pc:sldMk cId="914276434" sldId="1737"/>
        </pc:sldMkLst>
      </pc:sldChg>
      <pc:sldChg chg="addSp modSp add ord">
        <pc:chgData name="Galarus, Douglas" userId="92012f34-c51d-4707-acb6-569c94fb8be7" providerId="ADAL" clId="{EE0F6A63-6289-4F63-B97B-ADB71C049F0D}" dt="2024-04-23T16:38:04.908" v="876" actId="114"/>
        <pc:sldMkLst>
          <pc:docMk/>
          <pc:sldMk cId="2531084874" sldId="1737"/>
        </pc:sldMkLst>
        <pc:spChg chg="mod">
          <ac:chgData name="Galarus, Douglas" userId="92012f34-c51d-4707-acb6-569c94fb8be7" providerId="ADAL" clId="{EE0F6A63-6289-4F63-B97B-ADB71C049F0D}" dt="2024-04-23T15:28:43.109" v="451" actId="20577"/>
          <ac:spMkLst>
            <pc:docMk/>
            <pc:sldMk cId="2531084874" sldId="1737"/>
            <ac:spMk id="2" creationId="{45903917-4A44-4F45-9C70-2175548570A4}"/>
          </ac:spMkLst>
        </pc:spChg>
        <pc:spChg chg="add mod">
          <ac:chgData name="Galarus, Douglas" userId="92012f34-c51d-4707-acb6-569c94fb8be7" providerId="ADAL" clId="{EE0F6A63-6289-4F63-B97B-ADB71C049F0D}" dt="2024-04-23T16:38:04.908" v="876" actId="114"/>
          <ac:spMkLst>
            <pc:docMk/>
            <pc:sldMk cId="2531084874" sldId="1737"/>
            <ac:spMk id="4" creationId="{A00FBF9F-3D25-41E4-BC06-857C702A26A4}"/>
          </ac:spMkLst>
        </pc:spChg>
      </pc:sldChg>
      <pc:sldChg chg="addSp delSp modSp add">
        <pc:chgData name="Galarus, Douglas" userId="92012f34-c51d-4707-acb6-569c94fb8be7" providerId="ADAL" clId="{EE0F6A63-6289-4F63-B97B-ADB71C049F0D}" dt="2024-04-23T16:39:44.296" v="899"/>
        <pc:sldMkLst>
          <pc:docMk/>
          <pc:sldMk cId="466707050" sldId="1738"/>
        </pc:sldMkLst>
        <pc:spChg chg="mod">
          <ac:chgData name="Galarus, Douglas" userId="92012f34-c51d-4707-acb6-569c94fb8be7" providerId="ADAL" clId="{EE0F6A63-6289-4F63-B97B-ADB71C049F0D}" dt="2024-04-23T14:26:25.570" v="334" actId="20577"/>
          <ac:spMkLst>
            <pc:docMk/>
            <pc:sldMk cId="466707050" sldId="1738"/>
            <ac:spMk id="2" creationId="{45903917-4A44-4F45-9C70-2175548570A4}"/>
          </ac:spMkLst>
        </pc:spChg>
        <pc:spChg chg="add del">
          <ac:chgData name="Galarus, Douglas" userId="92012f34-c51d-4707-acb6-569c94fb8be7" providerId="ADAL" clId="{EE0F6A63-6289-4F63-B97B-ADB71C049F0D}" dt="2024-04-23T16:38:10.258" v="877" actId="478"/>
          <ac:spMkLst>
            <pc:docMk/>
            <pc:sldMk cId="466707050" sldId="1738"/>
            <ac:spMk id="4" creationId="{2ACFD881-CD1B-4B79-9A3F-D618FB0297FD}"/>
          </ac:spMkLst>
        </pc:spChg>
        <pc:spChg chg="add">
          <ac:chgData name="Galarus, Douglas" userId="92012f34-c51d-4707-acb6-569c94fb8be7" providerId="ADAL" clId="{EE0F6A63-6289-4F63-B97B-ADB71C049F0D}" dt="2024-04-23T16:39:44.296" v="899"/>
          <ac:spMkLst>
            <pc:docMk/>
            <pc:sldMk cId="466707050" sldId="1738"/>
            <ac:spMk id="5" creationId="{50AD0348-3271-418D-A8CE-D64358FBAAB4}"/>
          </ac:spMkLst>
        </pc:spChg>
      </pc:sldChg>
      <pc:sldChg chg="del">
        <pc:chgData name="Galarus, Douglas" userId="92012f34-c51d-4707-acb6-569c94fb8be7" providerId="ADAL" clId="{EE0F6A63-6289-4F63-B97B-ADB71C049F0D}" dt="2024-04-23T14:21:38.422" v="174" actId="2696"/>
        <pc:sldMkLst>
          <pc:docMk/>
          <pc:sldMk cId="4015192662" sldId="1738"/>
        </pc:sldMkLst>
      </pc:sldChg>
      <pc:sldChg chg="addSp delSp modSp add">
        <pc:chgData name="Galarus, Douglas" userId="92012f34-c51d-4707-acb6-569c94fb8be7" providerId="ADAL" clId="{EE0F6A63-6289-4F63-B97B-ADB71C049F0D}" dt="2024-04-23T16:39:45.096" v="900"/>
        <pc:sldMkLst>
          <pc:docMk/>
          <pc:sldMk cId="1392917010" sldId="1739"/>
        </pc:sldMkLst>
        <pc:spChg chg="mod">
          <ac:chgData name="Galarus, Douglas" userId="92012f34-c51d-4707-acb6-569c94fb8be7" providerId="ADAL" clId="{EE0F6A63-6289-4F63-B97B-ADB71C049F0D}" dt="2024-04-23T14:26:46.637" v="339" actId="20577"/>
          <ac:spMkLst>
            <pc:docMk/>
            <pc:sldMk cId="1392917010" sldId="1739"/>
            <ac:spMk id="2" creationId="{45903917-4A44-4F45-9C70-2175548570A4}"/>
          </ac:spMkLst>
        </pc:spChg>
        <pc:spChg chg="add del">
          <ac:chgData name="Galarus, Douglas" userId="92012f34-c51d-4707-acb6-569c94fb8be7" providerId="ADAL" clId="{EE0F6A63-6289-4F63-B97B-ADB71C049F0D}" dt="2024-04-23T16:38:13.958" v="878" actId="478"/>
          <ac:spMkLst>
            <pc:docMk/>
            <pc:sldMk cId="1392917010" sldId="1739"/>
            <ac:spMk id="4" creationId="{DE1858D1-D62C-4F6B-864D-2A0CE8B3650B}"/>
          </ac:spMkLst>
        </pc:spChg>
        <pc:spChg chg="add">
          <ac:chgData name="Galarus, Douglas" userId="92012f34-c51d-4707-acb6-569c94fb8be7" providerId="ADAL" clId="{EE0F6A63-6289-4F63-B97B-ADB71C049F0D}" dt="2024-04-23T16:39:45.096" v="900"/>
          <ac:spMkLst>
            <pc:docMk/>
            <pc:sldMk cId="1392917010" sldId="1739"/>
            <ac:spMk id="5" creationId="{A785962A-A29C-41D8-8A8B-019B4A3F76F8}"/>
          </ac:spMkLst>
        </pc:spChg>
      </pc:sldChg>
      <pc:sldChg chg="add del">
        <pc:chgData name="Galarus, Douglas" userId="92012f34-c51d-4707-acb6-569c94fb8be7" providerId="ADAL" clId="{EE0F6A63-6289-4F63-B97B-ADB71C049F0D}" dt="2024-04-23T14:25:35.313" v="320"/>
        <pc:sldMkLst>
          <pc:docMk/>
          <pc:sldMk cId="3002554205" sldId="1739"/>
        </pc:sldMkLst>
      </pc:sldChg>
      <pc:sldChg chg="del">
        <pc:chgData name="Galarus, Douglas" userId="92012f34-c51d-4707-acb6-569c94fb8be7" providerId="ADAL" clId="{EE0F6A63-6289-4F63-B97B-ADB71C049F0D}" dt="2024-04-23T14:21:38.432" v="175" actId="2696"/>
        <pc:sldMkLst>
          <pc:docMk/>
          <pc:sldMk cId="3709013454" sldId="1739"/>
        </pc:sldMkLst>
      </pc:sldChg>
      <pc:sldChg chg="addSp delSp modSp add">
        <pc:chgData name="Galarus, Douglas" userId="92012f34-c51d-4707-acb6-569c94fb8be7" providerId="ADAL" clId="{EE0F6A63-6289-4F63-B97B-ADB71C049F0D}" dt="2024-04-23T16:39:46.846" v="901"/>
        <pc:sldMkLst>
          <pc:docMk/>
          <pc:sldMk cId="1629001105" sldId="1740"/>
        </pc:sldMkLst>
        <pc:spChg chg="mod">
          <ac:chgData name="Galarus, Douglas" userId="92012f34-c51d-4707-acb6-569c94fb8be7" providerId="ADAL" clId="{EE0F6A63-6289-4F63-B97B-ADB71C049F0D}" dt="2024-04-23T14:27:36.343" v="353" actId="20577"/>
          <ac:spMkLst>
            <pc:docMk/>
            <pc:sldMk cId="1629001105" sldId="1740"/>
            <ac:spMk id="2" creationId="{45903917-4A44-4F45-9C70-2175548570A4}"/>
          </ac:spMkLst>
        </pc:spChg>
        <pc:spChg chg="add mod">
          <ac:chgData name="Galarus, Douglas" userId="92012f34-c51d-4707-acb6-569c94fb8be7" providerId="ADAL" clId="{EE0F6A63-6289-4F63-B97B-ADB71C049F0D}" dt="2024-04-23T14:27:15.943" v="345" actId="571"/>
          <ac:spMkLst>
            <pc:docMk/>
            <pc:sldMk cId="1629001105" sldId="1740"/>
            <ac:spMk id="4" creationId="{BD95C82A-2338-4985-82CA-FE482FBF5D7B}"/>
          </ac:spMkLst>
        </pc:spChg>
        <pc:spChg chg="add del">
          <ac:chgData name="Galarus, Douglas" userId="92012f34-c51d-4707-acb6-569c94fb8be7" providerId="ADAL" clId="{EE0F6A63-6289-4F63-B97B-ADB71C049F0D}" dt="2024-04-23T16:38:17.328" v="879" actId="478"/>
          <ac:spMkLst>
            <pc:docMk/>
            <pc:sldMk cId="1629001105" sldId="1740"/>
            <ac:spMk id="5" creationId="{DF50194E-D48F-4264-8DF4-5D4ADAFA48F3}"/>
          </ac:spMkLst>
        </pc:spChg>
        <pc:spChg chg="add">
          <ac:chgData name="Galarus, Douglas" userId="92012f34-c51d-4707-acb6-569c94fb8be7" providerId="ADAL" clId="{EE0F6A63-6289-4F63-B97B-ADB71C049F0D}" dt="2024-04-23T16:39:46.846" v="901"/>
          <ac:spMkLst>
            <pc:docMk/>
            <pc:sldMk cId="1629001105" sldId="1740"/>
            <ac:spMk id="6" creationId="{6EC04C73-038E-4AC1-9DA1-315503970C42}"/>
          </ac:spMkLst>
        </pc:spChg>
      </pc:sldChg>
      <pc:sldChg chg="del">
        <pc:chgData name="Galarus, Douglas" userId="92012f34-c51d-4707-acb6-569c94fb8be7" providerId="ADAL" clId="{EE0F6A63-6289-4F63-B97B-ADB71C049F0D}" dt="2024-04-23T14:21:38.438" v="176" actId="2696"/>
        <pc:sldMkLst>
          <pc:docMk/>
          <pc:sldMk cId="1850549953" sldId="1740"/>
        </pc:sldMkLst>
      </pc:sldChg>
      <pc:sldChg chg="add del">
        <pc:chgData name="Galarus, Douglas" userId="92012f34-c51d-4707-acb6-569c94fb8be7" providerId="ADAL" clId="{EE0F6A63-6289-4F63-B97B-ADB71C049F0D}" dt="2024-04-23T14:25:34.325" v="319"/>
        <pc:sldMkLst>
          <pc:docMk/>
          <pc:sldMk cId="2679176148" sldId="1740"/>
        </pc:sldMkLst>
      </pc:sldChg>
      <pc:sldChg chg="addSp delSp modSp add">
        <pc:chgData name="Galarus, Douglas" userId="92012f34-c51d-4707-acb6-569c94fb8be7" providerId="ADAL" clId="{EE0F6A63-6289-4F63-B97B-ADB71C049F0D}" dt="2024-04-23T16:39:48.115" v="902"/>
        <pc:sldMkLst>
          <pc:docMk/>
          <pc:sldMk cId="433789184" sldId="1741"/>
        </pc:sldMkLst>
        <pc:spChg chg="mod">
          <ac:chgData name="Galarus, Douglas" userId="92012f34-c51d-4707-acb6-569c94fb8be7" providerId="ADAL" clId="{EE0F6A63-6289-4F63-B97B-ADB71C049F0D}" dt="2024-04-23T14:28:11.589" v="360" actId="20577"/>
          <ac:spMkLst>
            <pc:docMk/>
            <pc:sldMk cId="433789184" sldId="1741"/>
            <ac:spMk id="2" creationId="{45903917-4A44-4F45-9C70-2175548570A4}"/>
          </ac:spMkLst>
        </pc:spChg>
        <pc:spChg chg="add del">
          <ac:chgData name="Galarus, Douglas" userId="92012f34-c51d-4707-acb6-569c94fb8be7" providerId="ADAL" clId="{EE0F6A63-6289-4F63-B97B-ADB71C049F0D}" dt="2024-04-23T16:38:20.038" v="880" actId="478"/>
          <ac:spMkLst>
            <pc:docMk/>
            <pc:sldMk cId="433789184" sldId="1741"/>
            <ac:spMk id="4" creationId="{BF3E654E-E314-4E62-8F2A-04207FB57A09}"/>
          </ac:spMkLst>
        </pc:spChg>
        <pc:spChg chg="add">
          <ac:chgData name="Galarus, Douglas" userId="92012f34-c51d-4707-acb6-569c94fb8be7" providerId="ADAL" clId="{EE0F6A63-6289-4F63-B97B-ADB71C049F0D}" dt="2024-04-23T16:39:48.115" v="902"/>
          <ac:spMkLst>
            <pc:docMk/>
            <pc:sldMk cId="433789184" sldId="1741"/>
            <ac:spMk id="5" creationId="{807BD8DA-F54B-4F72-A045-836B17BBB647}"/>
          </ac:spMkLst>
        </pc:spChg>
      </pc:sldChg>
      <pc:sldChg chg="add del">
        <pc:chgData name="Galarus, Douglas" userId="92012f34-c51d-4707-acb6-569c94fb8be7" providerId="ADAL" clId="{EE0F6A63-6289-4F63-B97B-ADB71C049F0D}" dt="2024-04-23T14:25:33.921" v="318"/>
        <pc:sldMkLst>
          <pc:docMk/>
          <pc:sldMk cId="1382317939" sldId="1741"/>
        </pc:sldMkLst>
      </pc:sldChg>
      <pc:sldChg chg="del">
        <pc:chgData name="Galarus, Douglas" userId="92012f34-c51d-4707-acb6-569c94fb8be7" providerId="ADAL" clId="{EE0F6A63-6289-4F63-B97B-ADB71C049F0D}" dt="2024-04-23T14:21:38.443" v="177" actId="2696"/>
        <pc:sldMkLst>
          <pc:docMk/>
          <pc:sldMk cId="2003218216" sldId="1741"/>
        </pc:sldMkLst>
      </pc:sldChg>
      <pc:sldChg chg="del">
        <pc:chgData name="Galarus, Douglas" userId="92012f34-c51d-4707-acb6-569c94fb8be7" providerId="ADAL" clId="{EE0F6A63-6289-4F63-B97B-ADB71C049F0D}" dt="2024-04-23T14:21:38.449" v="178" actId="2696"/>
        <pc:sldMkLst>
          <pc:docMk/>
          <pc:sldMk cId="220362504" sldId="1742"/>
        </pc:sldMkLst>
      </pc:sldChg>
      <pc:sldChg chg="add del">
        <pc:chgData name="Galarus, Douglas" userId="92012f34-c51d-4707-acb6-569c94fb8be7" providerId="ADAL" clId="{EE0F6A63-6289-4F63-B97B-ADB71C049F0D}" dt="2024-04-23T14:25:33.677" v="317"/>
        <pc:sldMkLst>
          <pc:docMk/>
          <pc:sldMk cId="519327499" sldId="1742"/>
        </pc:sldMkLst>
      </pc:sldChg>
      <pc:sldChg chg="addSp delSp modSp add">
        <pc:chgData name="Galarus, Douglas" userId="92012f34-c51d-4707-acb6-569c94fb8be7" providerId="ADAL" clId="{EE0F6A63-6289-4F63-B97B-ADB71C049F0D}" dt="2024-04-23T16:39:51.536" v="904"/>
        <pc:sldMkLst>
          <pc:docMk/>
          <pc:sldMk cId="1003372575" sldId="1742"/>
        </pc:sldMkLst>
        <pc:spChg chg="mod">
          <ac:chgData name="Galarus, Douglas" userId="92012f34-c51d-4707-acb6-569c94fb8be7" providerId="ADAL" clId="{EE0F6A63-6289-4F63-B97B-ADB71C049F0D}" dt="2024-04-23T14:29:33.640" v="371" actId="20577"/>
          <ac:spMkLst>
            <pc:docMk/>
            <pc:sldMk cId="1003372575" sldId="1742"/>
            <ac:spMk id="2" creationId="{45903917-4A44-4F45-9C70-2175548570A4}"/>
          </ac:spMkLst>
        </pc:spChg>
        <pc:spChg chg="add del">
          <ac:chgData name="Galarus, Douglas" userId="92012f34-c51d-4707-acb6-569c94fb8be7" providerId="ADAL" clId="{EE0F6A63-6289-4F63-B97B-ADB71C049F0D}" dt="2024-04-23T16:38:26.588" v="882" actId="478"/>
          <ac:spMkLst>
            <pc:docMk/>
            <pc:sldMk cId="1003372575" sldId="1742"/>
            <ac:spMk id="4" creationId="{36B03A5D-0592-4352-AA32-4178211B304F}"/>
          </ac:spMkLst>
        </pc:spChg>
        <pc:spChg chg="add">
          <ac:chgData name="Galarus, Douglas" userId="92012f34-c51d-4707-acb6-569c94fb8be7" providerId="ADAL" clId="{EE0F6A63-6289-4F63-B97B-ADB71C049F0D}" dt="2024-04-23T16:39:51.536" v="904"/>
          <ac:spMkLst>
            <pc:docMk/>
            <pc:sldMk cId="1003372575" sldId="1742"/>
            <ac:spMk id="5" creationId="{0F1C049C-F962-497C-BF3F-E08411E30630}"/>
          </ac:spMkLst>
        </pc:spChg>
      </pc:sldChg>
      <pc:sldChg chg="del">
        <pc:chgData name="Galarus, Douglas" userId="92012f34-c51d-4707-acb6-569c94fb8be7" providerId="ADAL" clId="{EE0F6A63-6289-4F63-B97B-ADB71C049F0D}" dt="2024-04-23T14:21:38.454" v="179" actId="2696"/>
        <pc:sldMkLst>
          <pc:docMk/>
          <pc:sldMk cId="1812063545" sldId="1743"/>
        </pc:sldMkLst>
      </pc:sldChg>
      <pc:sldChg chg="addSp delSp modSp add">
        <pc:chgData name="Galarus, Douglas" userId="92012f34-c51d-4707-acb6-569c94fb8be7" providerId="ADAL" clId="{EE0F6A63-6289-4F63-B97B-ADB71C049F0D}" dt="2024-04-23T16:39:53.995" v="905"/>
        <pc:sldMkLst>
          <pc:docMk/>
          <pc:sldMk cId="2804150112" sldId="1743"/>
        </pc:sldMkLst>
        <pc:spChg chg="mod">
          <ac:chgData name="Galarus, Douglas" userId="92012f34-c51d-4707-acb6-569c94fb8be7" providerId="ADAL" clId="{EE0F6A63-6289-4F63-B97B-ADB71C049F0D}" dt="2024-04-23T14:29:53.303" v="374" actId="20577"/>
          <ac:spMkLst>
            <pc:docMk/>
            <pc:sldMk cId="2804150112" sldId="1743"/>
            <ac:spMk id="2" creationId="{45903917-4A44-4F45-9C70-2175548570A4}"/>
          </ac:spMkLst>
        </pc:spChg>
        <pc:spChg chg="add del">
          <ac:chgData name="Galarus, Douglas" userId="92012f34-c51d-4707-acb6-569c94fb8be7" providerId="ADAL" clId="{EE0F6A63-6289-4F63-B97B-ADB71C049F0D}" dt="2024-04-23T16:38:30.618" v="883" actId="478"/>
          <ac:spMkLst>
            <pc:docMk/>
            <pc:sldMk cId="2804150112" sldId="1743"/>
            <ac:spMk id="4" creationId="{0277B308-DD6E-42D1-AB63-D24891939405}"/>
          </ac:spMkLst>
        </pc:spChg>
        <pc:spChg chg="add">
          <ac:chgData name="Galarus, Douglas" userId="92012f34-c51d-4707-acb6-569c94fb8be7" providerId="ADAL" clId="{EE0F6A63-6289-4F63-B97B-ADB71C049F0D}" dt="2024-04-23T16:39:53.995" v="905"/>
          <ac:spMkLst>
            <pc:docMk/>
            <pc:sldMk cId="2804150112" sldId="1743"/>
            <ac:spMk id="5" creationId="{E85DA203-2054-4766-89C1-57FDDF077108}"/>
          </ac:spMkLst>
        </pc:spChg>
      </pc:sldChg>
      <pc:sldChg chg="del">
        <pc:chgData name="Galarus, Douglas" userId="92012f34-c51d-4707-acb6-569c94fb8be7" providerId="ADAL" clId="{EE0F6A63-6289-4F63-B97B-ADB71C049F0D}" dt="2024-04-23T14:21:38.460" v="180" actId="2696"/>
        <pc:sldMkLst>
          <pc:docMk/>
          <pc:sldMk cId="2003448471" sldId="1744"/>
        </pc:sldMkLst>
      </pc:sldChg>
      <pc:sldChg chg="addSp delSp modSp add">
        <pc:chgData name="Galarus, Douglas" userId="92012f34-c51d-4707-acb6-569c94fb8be7" providerId="ADAL" clId="{EE0F6A63-6289-4F63-B97B-ADB71C049F0D}" dt="2024-04-23T16:39:57.565" v="907"/>
        <pc:sldMkLst>
          <pc:docMk/>
          <pc:sldMk cId="2144855347" sldId="1744"/>
        </pc:sldMkLst>
        <pc:spChg chg="mod">
          <ac:chgData name="Galarus, Douglas" userId="92012f34-c51d-4707-acb6-569c94fb8be7" providerId="ADAL" clId="{EE0F6A63-6289-4F63-B97B-ADB71C049F0D}" dt="2024-04-23T15:48:26.098" v="475" actId="20577"/>
          <ac:spMkLst>
            <pc:docMk/>
            <pc:sldMk cId="2144855347" sldId="1744"/>
            <ac:spMk id="2" creationId="{45903917-4A44-4F45-9C70-2175548570A4}"/>
          </ac:spMkLst>
        </pc:spChg>
        <pc:spChg chg="add del">
          <ac:chgData name="Galarus, Douglas" userId="92012f34-c51d-4707-acb6-569c94fb8be7" providerId="ADAL" clId="{EE0F6A63-6289-4F63-B97B-ADB71C049F0D}" dt="2024-04-23T16:38:36.957" v="885" actId="478"/>
          <ac:spMkLst>
            <pc:docMk/>
            <pc:sldMk cId="2144855347" sldId="1744"/>
            <ac:spMk id="4" creationId="{78C3130D-8540-42F4-BF2E-38095567FC7C}"/>
          </ac:spMkLst>
        </pc:spChg>
        <pc:spChg chg="add">
          <ac:chgData name="Galarus, Douglas" userId="92012f34-c51d-4707-acb6-569c94fb8be7" providerId="ADAL" clId="{EE0F6A63-6289-4F63-B97B-ADB71C049F0D}" dt="2024-04-23T16:39:57.565" v="907"/>
          <ac:spMkLst>
            <pc:docMk/>
            <pc:sldMk cId="2144855347" sldId="1744"/>
            <ac:spMk id="5" creationId="{4066E5B6-2CC3-45B5-BA43-0ABDCC11F788}"/>
          </ac:spMkLst>
        </pc:spChg>
      </pc:sldChg>
      <pc:sldChg chg="addSp delSp modSp add">
        <pc:chgData name="Galarus, Douglas" userId="92012f34-c51d-4707-acb6-569c94fb8be7" providerId="ADAL" clId="{EE0F6A63-6289-4F63-B97B-ADB71C049F0D}" dt="2024-04-23T16:39:58.965" v="908"/>
        <pc:sldMkLst>
          <pc:docMk/>
          <pc:sldMk cId="2419496732" sldId="1745"/>
        </pc:sldMkLst>
        <pc:spChg chg="mod">
          <ac:chgData name="Galarus, Douglas" userId="92012f34-c51d-4707-acb6-569c94fb8be7" providerId="ADAL" clId="{EE0F6A63-6289-4F63-B97B-ADB71C049F0D}" dt="2024-04-23T15:58:58.492" v="556"/>
          <ac:spMkLst>
            <pc:docMk/>
            <pc:sldMk cId="2419496732" sldId="1745"/>
            <ac:spMk id="2" creationId="{45903917-4A44-4F45-9C70-2175548570A4}"/>
          </ac:spMkLst>
        </pc:spChg>
        <pc:spChg chg="add del">
          <ac:chgData name="Galarus, Douglas" userId="92012f34-c51d-4707-acb6-569c94fb8be7" providerId="ADAL" clId="{EE0F6A63-6289-4F63-B97B-ADB71C049F0D}" dt="2024-04-23T16:38:39.608" v="886" actId="478"/>
          <ac:spMkLst>
            <pc:docMk/>
            <pc:sldMk cId="2419496732" sldId="1745"/>
            <ac:spMk id="4" creationId="{FFCAEF90-54B1-42F5-B6DA-025A9A85ED7A}"/>
          </ac:spMkLst>
        </pc:spChg>
        <pc:spChg chg="add">
          <ac:chgData name="Galarus, Douglas" userId="92012f34-c51d-4707-acb6-569c94fb8be7" providerId="ADAL" clId="{EE0F6A63-6289-4F63-B97B-ADB71C049F0D}" dt="2024-04-23T16:39:58.965" v="908"/>
          <ac:spMkLst>
            <pc:docMk/>
            <pc:sldMk cId="2419496732" sldId="1745"/>
            <ac:spMk id="5" creationId="{378F2AAD-5303-468D-AB58-16A31926C405}"/>
          </ac:spMkLst>
        </pc:spChg>
      </pc:sldChg>
      <pc:sldChg chg="del">
        <pc:chgData name="Galarus, Douglas" userId="92012f34-c51d-4707-acb6-569c94fb8be7" providerId="ADAL" clId="{EE0F6A63-6289-4F63-B97B-ADB71C049F0D}" dt="2024-04-23T14:21:38.466" v="181" actId="2696"/>
        <pc:sldMkLst>
          <pc:docMk/>
          <pc:sldMk cId="2817773739" sldId="1745"/>
        </pc:sldMkLst>
      </pc:sldChg>
      <pc:sldChg chg="del">
        <pc:chgData name="Galarus, Douglas" userId="92012f34-c51d-4707-acb6-569c94fb8be7" providerId="ADAL" clId="{EE0F6A63-6289-4F63-B97B-ADB71C049F0D}" dt="2024-04-23T14:21:38.585" v="204" actId="2696"/>
        <pc:sldMkLst>
          <pc:docMk/>
          <pc:sldMk cId="1039610434" sldId="1746"/>
        </pc:sldMkLst>
      </pc:sldChg>
      <pc:sldChg chg="modSp add">
        <pc:chgData name="Galarus, Douglas" userId="92012f34-c51d-4707-acb6-569c94fb8be7" providerId="ADAL" clId="{EE0F6A63-6289-4F63-B97B-ADB71C049F0D}" dt="2024-04-23T16:04:02.119" v="700" actId="113"/>
        <pc:sldMkLst>
          <pc:docMk/>
          <pc:sldMk cId="3783224271" sldId="1746"/>
        </pc:sldMkLst>
        <pc:spChg chg="mod">
          <ac:chgData name="Galarus, Douglas" userId="92012f34-c51d-4707-acb6-569c94fb8be7" providerId="ADAL" clId="{EE0F6A63-6289-4F63-B97B-ADB71C049F0D}" dt="2024-04-23T16:04:02.119" v="700" actId="113"/>
          <ac:spMkLst>
            <pc:docMk/>
            <pc:sldMk cId="3783224271" sldId="1746"/>
            <ac:spMk id="2" creationId="{45903917-4A44-4F45-9C70-2175548570A4}"/>
          </ac:spMkLst>
        </pc:spChg>
      </pc:sldChg>
      <pc:sldChg chg="del">
        <pc:chgData name="Galarus, Douglas" userId="92012f34-c51d-4707-acb6-569c94fb8be7" providerId="ADAL" clId="{EE0F6A63-6289-4F63-B97B-ADB71C049F0D}" dt="2024-04-23T14:21:38.471" v="182" actId="2696"/>
        <pc:sldMkLst>
          <pc:docMk/>
          <pc:sldMk cId="757771077" sldId="1747"/>
        </pc:sldMkLst>
      </pc:sldChg>
      <pc:sldChg chg="add del">
        <pc:chgData name="Galarus, Douglas" userId="92012f34-c51d-4707-acb6-569c94fb8be7" providerId="ADAL" clId="{EE0F6A63-6289-4F63-B97B-ADB71C049F0D}" dt="2024-04-23T15:55:26.207" v="513" actId="2696"/>
        <pc:sldMkLst>
          <pc:docMk/>
          <pc:sldMk cId="2867225160" sldId="1747"/>
        </pc:sldMkLst>
      </pc:sldChg>
      <pc:sldChg chg="add del">
        <pc:chgData name="Galarus, Douglas" userId="92012f34-c51d-4707-acb6-569c94fb8be7" providerId="ADAL" clId="{EE0F6A63-6289-4F63-B97B-ADB71C049F0D}" dt="2024-04-23T15:55:26.207" v="514" actId="2696"/>
        <pc:sldMkLst>
          <pc:docMk/>
          <pc:sldMk cId="1169623678" sldId="1748"/>
        </pc:sldMkLst>
      </pc:sldChg>
      <pc:sldChg chg="del">
        <pc:chgData name="Galarus, Douglas" userId="92012f34-c51d-4707-acb6-569c94fb8be7" providerId="ADAL" clId="{EE0F6A63-6289-4F63-B97B-ADB71C049F0D}" dt="2024-04-23T14:21:38.482" v="184" actId="2696"/>
        <pc:sldMkLst>
          <pc:docMk/>
          <pc:sldMk cId="1699870262" sldId="1748"/>
        </pc:sldMkLst>
      </pc:sldChg>
      <pc:sldChg chg="del">
        <pc:chgData name="Galarus, Douglas" userId="92012f34-c51d-4707-acb6-569c94fb8be7" providerId="ADAL" clId="{EE0F6A63-6289-4F63-B97B-ADB71C049F0D}" dt="2024-04-23T14:21:38.487" v="185" actId="2696"/>
        <pc:sldMkLst>
          <pc:docMk/>
          <pc:sldMk cId="2570176383" sldId="1749"/>
        </pc:sldMkLst>
      </pc:sldChg>
      <pc:sldChg chg="add del">
        <pc:chgData name="Galarus, Douglas" userId="92012f34-c51d-4707-acb6-569c94fb8be7" providerId="ADAL" clId="{EE0F6A63-6289-4F63-B97B-ADB71C049F0D}" dt="2024-04-23T15:55:26.207" v="515" actId="2696"/>
        <pc:sldMkLst>
          <pc:docMk/>
          <pc:sldMk cId="3080943403" sldId="1749"/>
        </pc:sldMkLst>
      </pc:sldChg>
      <pc:sldChg chg="add del">
        <pc:chgData name="Galarus, Douglas" userId="92012f34-c51d-4707-acb6-569c94fb8be7" providerId="ADAL" clId="{EE0F6A63-6289-4F63-B97B-ADB71C049F0D}" dt="2024-04-23T15:55:26.207" v="516" actId="2696"/>
        <pc:sldMkLst>
          <pc:docMk/>
          <pc:sldMk cId="2536691860" sldId="1750"/>
        </pc:sldMkLst>
      </pc:sldChg>
      <pc:sldChg chg="del">
        <pc:chgData name="Galarus, Douglas" userId="92012f34-c51d-4707-acb6-569c94fb8be7" providerId="ADAL" clId="{EE0F6A63-6289-4F63-B97B-ADB71C049F0D}" dt="2024-04-23T14:21:38.492" v="186" actId="2696"/>
        <pc:sldMkLst>
          <pc:docMk/>
          <pc:sldMk cId="3692864403" sldId="1750"/>
        </pc:sldMkLst>
      </pc:sldChg>
      <pc:sldChg chg="del">
        <pc:chgData name="Galarus, Douglas" userId="92012f34-c51d-4707-acb6-569c94fb8be7" providerId="ADAL" clId="{EE0F6A63-6289-4F63-B97B-ADB71C049F0D}" dt="2024-04-23T14:21:38.498" v="187" actId="2696"/>
        <pc:sldMkLst>
          <pc:docMk/>
          <pc:sldMk cId="147886661" sldId="1751"/>
        </pc:sldMkLst>
      </pc:sldChg>
      <pc:sldChg chg="addSp delSp modSp add">
        <pc:chgData name="Galarus, Douglas" userId="92012f34-c51d-4707-acb6-569c94fb8be7" providerId="ADAL" clId="{EE0F6A63-6289-4F63-B97B-ADB71C049F0D}" dt="2024-04-23T16:39:55.655" v="906"/>
        <pc:sldMkLst>
          <pc:docMk/>
          <pc:sldMk cId="1718275546" sldId="1751"/>
        </pc:sldMkLst>
        <pc:spChg chg="mod">
          <ac:chgData name="Galarus, Douglas" userId="92012f34-c51d-4707-acb6-569c94fb8be7" providerId="ADAL" clId="{EE0F6A63-6289-4F63-B97B-ADB71C049F0D}" dt="2024-04-23T15:29:52.318" v="456" actId="20577"/>
          <ac:spMkLst>
            <pc:docMk/>
            <pc:sldMk cId="1718275546" sldId="1751"/>
            <ac:spMk id="2" creationId="{45903917-4A44-4F45-9C70-2175548570A4}"/>
          </ac:spMkLst>
        </pc:spChg>
        <pc:spChg chg="add del">
          <ac:chgData name="Galarus, Douglas" userId="92012f34-c51d-4707-acb6-569c94fb8be7" providerId="ADAL" clId="{EE0F6A63-6289-4F63-B97B-ADB71C049F0D}" dt="2024-04-23T16:38:33.097" v="884" actId="478"/>
          <ac:spMkLst>
            <pc:docMk/>
            <pc:sldMk cId="1718275546" sldId="1751"/>
            <ac:spMk id="4" creationId="{5391D9B6-D8B2-445F-9455-66CC98E89A3C}"/>
          </ac:spMkLst>
        </pc:spChg>
        <pc:spChg chg="add">
          <ac:chgData name="Galarus, Douglas" userId="92012f34-c51d-4707-acb6-569c94fb8be7" providerId="ADAL" clId="{EE0F6A63-6289-4F63-B97B-ADB71C049F0D}" dt="2024-04-23T16:39:55.655" v="906"/>
          <ac:spMkLst>
            <pc:docMk/>
            <pc:sldMk cId="1718275546" sldId="1751"/>
            <ac:spMk id="5" creationId="{0D7C4685-1061-4781-9C3A-A7F7009209EB}"/>
          </ac:spMkLst>
        </pc:spChg>
      </pc:sldChg>
      <pc:sldChg chg="addSp delSp modSp add">
        <pc:chgData name="Galarus, Douglas" userId="92012f34-c51d-4707-acb6-569c94fb8be7" providerId="ADAL" clId="{EE0F6A63-6289-4F63-B97B-ADB71C049F0D}" dt="2024-04-23T16:40:00.685" v="909"/>
        <pc:sldMkLst>
          <pc:docMk/>
          <pc:sldMk cId="305633381" sldId="1752"/>
        </pc:sldMkLst>
        <pc:spChg chg="mod">
          <ac:chgData name="Galarus, Douglas" userId="92012f34-c51d-4707-acb6-569c94fb8be7" providerId="ADAL" clId="{EE0F6A63-6289-4F63-B97B-ADB71C049F0D}" dt="2024-04-23T15:59:01.942" v="557"/>
          <ac:spMkLst>
            <pc:docMk/>
            <pc:sldMk cId="305633381" sldId="1752"/>
            <ac:spMk id="2" creationId="{45903917-4A44-4F45-9C70-2175548570A4}"/>
          </ac:spMkLst>
        </pc:spChg>
        <pc:spChg chg="add del">
          <ac:chgData name="Galarus, Douglas" userId="92012f34-c51d-4707-acb6-569c94fb8be7" providerId="ADAL" clId="{EE0F6A63-6289-4F63-B97B-ADB71C049F0D}" dt="2024-04-23T16:38:42.987" v="887" actId="478"/>
          <ac:spMkLst>
            <pc:docMk/>
            <pc:sldMk cId="305633381" sldId="1752"/>
            <ac:spMk id="4" creationId="{407B5DF1-DF6B-498F-8A29-128A8372F481}"/>
          </ac:spMkLst>
        </pc:spChg>
        <pc:spChg chg="add">
          <ac:chgData name="Galarus, Douglas" userId="92012f34-c51d-4707-acb6-569c94fb8be7" providerId="ADAL" clId="{EE0F6A63-6289-4F63-B97B-ADB71C049F0D}" dt="2024-04-23T16:40:00.685" v="909"/>
          <ac:spMkLst>
            <pc:docMk/>
            <pc:sldMk cId="305633381" sldId="1752"/>
            <ac:spMk id="5" creationId="{192017DF-2596-468D-B383-F99B3CAE810F}"/>
          </ac:spMkLst>
        </pc:spChg>
      </pc:sldChg>
      <pc:sldChg chg="del">
        <pc:chgData name="Galarus, Douglas" userId="92012f34-c51d-4707-acb6-569c94fb8be7" providerId="ADAL" clId="{EE0F6A63-6289-4F63-B97B-ADB71C049F0D}" dt="2024-04-23T14:21:38.509" v="189" actId="2696"/>
        <pc:sldMkLst>
          <pc:docMk/>
          <pc:sldMk cId="4151764551" sldId="1752"/>
        </pc:sldMkLst>
      </pc:sldChg>
      <pc:sldChg chg="modSp add">
        <pc:chgData name="Galarus, Douglas" userId="92012f34-c51d-4707-acb6-569c94fb8be7" providerId="ADAL" clId="{EE0F6A63-6289-4F63-B97B-ADB71C049F0D}" dt="2024-04-23T16:03:51.819" v="699" actId="113"/>
        <pc:sldMkLst>
          <pc:docMk/>
          <pc:sldMk cId="1265144850" sldId="1753"/>
        </pc:sldMkLst>
        <pc:spChg chg="mod">
          <ac:chgData name="Galarus, Douglas" userId="92012f34-c51d-4707-acb6-569c94fb8be7" providerId="ADAL" clId="{EE0F6A63-6289-4F63-B97B-ADB71C049F0D}" dt="2024-04-23T16:03:51.819" v="699" actId="113"/>
          <ac:spMkLst>
            <pc:docMk/>
            <pc:sldMk cId="1265144850" sldId="1753"/>
            <ac:spMk id="2" creationId="{45903917-4A44-4F45-9C70-2175548570A4}"/>
          </ac:spMkLst>
        </pc:spChg>
      </pc:sldChg>
      <pc:sldChg chg="del">
        <pc:chgData name="Galarus, Douglas" userId="92012f34-c51d-4707-acb6-569c94fb8be7" providerId="ADAL" clId="{EE0F6A63-6289-4F63-B97B-ADB71C049F0D}" dt="2024-04-23T14:21:38.515" v="190" actId="2696"/>
        <pc:sldMkLst>
          <pc:docMk/>
          <pc:sldMk cId="2327206169" sldId="1753"/>
        </pc:sldMkLst>
      </pc:sldChg>
      <pc:sldChg chg="addSp delSp modSp add">
        <pc:chgData name="Galarus, Douglas" userId="92012f34-c51d-4707-acb6-569c94fb8be7" providerId="ADAL" clId="{EE0F6A63-6289-4F63-B97B-ADB71C049F0D}" dt="2024-04-23T16:40:03.105" v="910"/>
        <pc:sldMkLst>
          <pc:docMk/>
          <pc:sldMk cId="4539159" sldId="1754"/>
        </pc:sldMkLst>
        <pc:spChg chg="mod">
          <ac:chgData name="Galarus, Douglas" userId="92012f34-c51d-4707-acb6-569c94fb8be7" providerId="ADAL" clId="{EE0F6A63-6289-4F63-B97B-ADB71C049F0D}" dt="2024-04-23T15:57:35.515" v="530" actId="313"/>
          <ac:spMkLst>
            <pc:docMk/>
            <pc:sldMk cId="4539159" sldId="1754"/>
            <ac:spMk id="2" creationId="{45903917-4A44-4F45-9C70-2175548570A4}"/>
          </ac:spMkLst>
        </pc:spChg>
        <pc:spChg chg="add del">
          <ac:chgData name="Galarus, Douglas" userId="92012f34-c51d-4707-acb6-569c94fb8be7" providerId="ADAL" clId="{EE0F6A63-6289-4F63-B97B-ADB71C049F0D}" dt="2024-04-23T16:38:46.937" v="888" actId="478"/>
          <ac:spMkLst>
            <pc:docMk/>
            <pc:sldMk cId="4539159" sldId="1754"/>
            <ac:spMk id="4" creationId="{BCE3F72C-69FA-420B-B81F-F9E3CAADD438}"/>
          </ac:spMkLst>
        </pc:spChg>
        <pc:spChg chg="add">
          <ac:chgData name="Galarus, Douglas" userId="92012f34-c51d-4707-acb6-569c94fb8be7" providerId="ADAL" clId="{EE0F6A63-6289-4F63-B97B-ADB71C049F0D}" dt="2024-04-23T16:40:03.105" v="910"/>
          <ac:spMkLst>
            <pc:docMk/>
            <pc:sldMk cId="4539159" sldId="1754"/>
            <ac:spMk id="5" creationId="{3B4FCD2E-ED17-4D43-9D23-6E39A9EFF58E}"/>
          </ac:spMkLst>
        </pc:spChg>
      </pc:sldChg>
      <pc:sldChg chg="del">
        <pc:chgData name="Galarus, Douglas" userId="92012f34-c51d-4707-acb6-569c94fb8be7" providerId="ADAL" clId="{EE0F6A63-6289-4F63-B97B-ADB71C049F0D}" dt="2024-04-23T14:21:38.520" v="191" actId="2696"/>
        <pc:sldMkLst>
          <pc:docMk/>
          <pc:sldMk cId="4030431746" sldId="1754"/>
        </pc:sldMkLst>
      </pc:sldChg>
      <pc:sldChg chg="del">
        <pc:chgData name="Galarus, Douglas" userId="92012f34-c51d-4707-acb6-569c94fb8be7" providerId="ADAL" clId="{EE0F6A63-6289-4F63-B97B-ADB71C049F0D}" dt="2024-04-23T14:21:38.525" v="192" actId="2696"/>
        <pc:sldMkLst>
          <pc:docMk/>
          <pc:sldMk cId="646427850" sldId="1755"/>
        </pc:sldMkLst>
      </pc:sldChg>
      <pc:sldChg chg="addSp delSp modSp add">
        <pc:chgData name="Galarus, Douglas" userId="92012f34-c51d-4707-acb6-569c94fb8be7" providerId="ADAL" clId="{EE0F6A63-6289-4F63-B97B-ADB71C049F0D}" dt="2024-04-23T16:40:05.065" v="911"/>
        <pc:sldMkLst>
          <pc:docMk/>
          <pc:sldMk cId="3156141473" sldId="1755"/>
        </pc:sldMkLst>
        <pc:spChg chg="mod">
          <ac:chgData name="Galarus, Douglas" userId="92012f34-c51d-4707-acb6-569c94fb8be7" providerId="ADAL" clId="{EE0F6A63-6289-4F63-B97B-ADB71C049F0D}" dt="2024-04-23T15:57:07.524" v="520" actId="313"/>
          <ac:spMkLst>
            <pc:docMk/>
            <pc:sldMk cId="3156141473" sldId="1755"/>
            <ac:spMk id="2" creationId="{45903917-4A44-4F45-9C70-2175548570A4}"/>
          </ac:spMkLst>
        </pc:spChg>
        <pc:spChg chg="add del">
          <ac:chgData name="Galarus, Douglas" userId="92012f34-c51d-4707-acb6-569c94fb8be7" providerId="ADAL" clId="{EE0F6A63-6289-4F63-B97B-ADB71C049F0D}" dt="2024-04-23T16:38:49.677" v="889" actId="478"/>
          <ac:spMkLst>
            <pc:docMk/>
            <pc:sldMk cId="3156141473" sldId="1755"/>
            <ac:spMk id="4" creationId="{9B5E752C-B440-4739-BA47-18C13E2583FE}"/>
          </ac:spMkLst>
        </pc:spChg>
        <pc:spChg chg="add">
          <ac:chgData name="Galarus, Douglas" userId="92012f34-c51d-4707-acb6-569c94fb8be7" providerId="ADAL" clId="{EE0F6A63-6289-4F63-B97B-ADB71C049F0D}" dt="2024-04-23T16:40:05.065" v="911"/>
          <ac:spMkLst>
            <pc:docMk/>
            <pc:sldMk cId="3156141473" sldId="1755"/>
            <ac:spMk id="5" creationId="{B6954884-85AA-4762-9C82-0934E179859A}"/>
          </ac:spMkLst>
        </pc:spChg>
      </pc:sldChg>
      <pc:sldChg chg="del">
        <pc:chgData name="Galarus, Douglas" userId="92012f34-c51d-4707-acb6-569c94fb8be7" providerId="ADAL" clId="{EE0F6A63-6289-4F63-B97B-ADB71C049F0D}" dt="2024-04-23T14:21:38.530" v="193" actId="2696"/>
        <pc:sldMkLst>
          <pc:docMk/>
          <pc:sldMk cId="2555433322" sldId="1756"/>
        </pc:sldMkLst>
      </pc:sldChg>
      <pc:sldChg chg="addSp delSp modSp add">
        <pc:chgData name="Galarus, Douglas" userId="92012f34-c51d-4707-acb6-569c94fb8be7" providerId="ADAL" clId="{EE0F6A63-6289-4F63-B97B-ADB71C049F0D}" dt="2024-04-23T16:40:07.655" v="912"/>
        <pc:sldMkLst>
          <pc:docMk/>
          <pc:sldMk cId="3988207022" sldId="1756"/>
        </pc:sldMkLst>
        <pc:spChg chg="mod">
          <ac:chgData name="Galarus, Douglas" userId="92012f34-c51d-4707-acb6-569c94fb8be7" providerId="ADAL" clId="{EE0F6A63-6289-4F63-B97B-ADB71C049F0D}" dt="2024-04-23T15:57:37.219" v="531" actId="313"/>
          <ac:spMkLst>
            <pc:docMk/>
            <pc:sldMk cId="3988207022" sldId="1756"/>
            <ac:spMk id="2" creationId="{45903917-4A44-4F45-9C70-2175548570A4}"/>
          </ac:spMkLst>
        </pc:spChg>
        <pc:spChg chg="add del">
          <ac:chgData name="Galarus, Douglas" userId="92012f34-c51d-4707-acb6-569c94fb8be7" providerId="ADAL" clId="{EE0F6A63-6289-4F63-B97B-ADB71C049F0D}" dt="2024-04-23T16:38:53.547" v="890" actId="478"/>
          <ac:spMkLst>
            <pc:docMk/>
            <pc:sldMk cId="3988207022" sldId="1756"/>
            <ac:spMk id="4" creationId="{84E2520F-8F42-4546-883D-D3169713EDCD}"/>
          </ac:spMkLst>
        </pc:spChg>
        <pc:spChg chg="add">
          <ac:chgData name="Galarus, Douglas" userId="92012f34-c51d-4707-acb6-569c94fb8be7" providerId="ADAL" clId="{EE0F6A63-6289-4F63-B97B-ADB71C049F0D}" dt="2024-04-23T16:40:07.655" v="912"/>
          <ac:spMkLst>
            <pc:docMk/>
            <pc:sldMk cId="3988207022" sldId="1756"/>
            <ac:spMk id="5" creationId="{6C16B0A6-30A2-4974-850D-048539239563}"/>
          </ac:spMkLst>
        </pc:spChg>
      </pc:sldChg>
      <pc:sldChg chg="addSp delSp modSp add">
        <pc:chgData name="Galarus, Douglas" userId="92012f34-c51d-4707-acb6-569c94fb8be7" providerId="ADAL" clId="{EE0F6A63-6289-4F63-B97B-ADB71C049F0D}" dt="2024-04-23T16:40:10.315" v="913"/>
        <pc:sldMkLst>
          <pc:docMk/>
          <pc:sldMk cId="2853575" sldId="1757"/>
        </pc:sldMkLst>
        <pc:spChg chg="mod">
          <ac:chgData name="Galarus, Douglas" userId="92012f34-c51d-4707-acb6-569c94fb8be7" providerId="ADAL" clId="{EE0F6A63-6289-4F63-B97B-ADB71C049F0D}" dt="2024-04-23T15:57:10.875" v="521" actId="313"/>
          <ac:spMkLst>
            <pc:docMk/>
            <pc:sldMk cId="2853575" sldId="1757"/>
            <ac:spMk id="2" creationId="{45903917-4A44-4F45-9C70-2175548570A4}"/>
          </ac:spMkLst>
        </pc:spChg>
        <pc:spChg chg="add del">
          <ac:chgData name="Galarus, Douglas" userId="92012f34-c51d-4707-acb6-569c94fb8be7" providerId="ADAL" clId="{EE0F6A63-6289-4F63-B97B-ADB71C049F0D}" dt="2024-04-23T16:38:56.387" v="891" actId="478"/>
          <ac:spMkLst>
            <pc:docMk/>
            <pc:sldMk cId="2853575" sldId="1757"/>
            <ac:spMk id="4" creationId="{65B9BC2A-A02B-47FB-BC1F-204F45237DA3}"/>
          </ac:spMkLst>
        </pc:spChg>
        <pc:spChg chg="add">
          <ac:chgData name="Galarus, Douglas" userId="92012f34-c51d-4707-acb6-569c94fb8be7" providerId="ADAL" clId="{EE0F6A63-6289-4F63-B97B-ADB71C049F0D}" dt="2024-04-23T16:40:10.315" v="913"/>
          <ac:spMkLst>
            <pc:docMk/>
            <pc:sldMk cId="2853575" sldId="1757"/>
            <ac:spMk id="5" creationId="{641B1BD0-A237-4E7B-8239-FE0025C6858A}"/>
          </ac:spMkLst>
        </pc:spChg>
      </pc:sldChg>
      <pc:sldChg chg="del">
        <pc:chgData name="Galarus, Douglas" userId="92012f34-c51d-4707-acb6-569c94fb8be7" providerId="ADAL" clId="{EE0F6A63-6289-4F63-B97B-ADB71C049F0D}" dt="2024-04-23T14:21:38.532" v="194" actId="2696"/>
        <pc:sldMkLst>
          <pc:docMk/>
          <pc:sldMk cId="539631930" sldId="1757"/>
        </pc:sldMkLst>
      </pc:sldChg>
      <pc:sldChg chg="addSp delSp modSp add">
        <pc:chgData name="Galarus, Douglas" userId="92012f34-c51d-4707-acb6-569c94fb8be7" providerId="ADAL" clId="{EE0F6A63-6289-4F63-B97B-ADB71C049F0D}" dt="2024-04-23T16:40:11.845" v="914"/>
        <pc:sldMkLst>
          <pc:docMk/>
          <pc:sldMk cId="1362325309" sldId="1758"/>
        </pc:sldMkLst>
        <pc:spChg chg="mod">
          <ac:chgData name="Galarus, Douglas" userId="92012f34-c51d-4707-acb6-569c94fb8be7" providerId="ADAL" clId="{EE0F6A63-6289-4F63-B97B-ADB71C049F0D}" dt="2024-04-23T15:57:16.395" v="522" actId="313"/>
          <ac:spMkLst>
            <pc:docMk/>
            <pc:sldMk cId="1362325309" sldId="1758"/>
            <ac:spMk id="2" creationId="{45903917-4A44-4F45-9C70-2175548570A4}"/>
          </ac:spMkLst>
        </pc:spChg>
        <pc:spChg chg="add del">
          <ac:chgData name="Galarus, Douglas" userId="92012f34-c51d-4707-acb6-569c94fb8be7" providerId="ADAL" clId="{EE0F6A63-6289-4F63-B97B-ADB71C049F0D}" dt="2024-04-23T16:38:59.967" v="892" actId="478"/>
          <ac:spMkLst>
            <pc:docMk/>
            <pc:sldMk cId="1362325309" sldId="1758"/>
            <ac:spMk id="4" creationId="{7FD829F7-2BBF-48C1-8E3E-6F2695BFD2FB}"/>
          </ac:spMkLst>
        </pc:spChg>
        <pc:spChg chg="add">
          <ac:chgData name="Galarus, Douglas" userId="92012f34-c51d-4707-acb6-569c94fb8be7" providerId="ADAL" clId="{EE0F6A63-6289-4F63-B97B-ADB71C049F0D}" dt="2024-04-23T16:40:11.845" v="914"/>
          <ac:spMkLst>
            <pc:docMk/>
            <pc:sldMk cId="1362325309" sldId="1758"/>
            <ac:spMk id="5" creationId="{671BC3D1-DE9F-4337-A132-B8FEA51631DE}"/>
          </ac:spMkLst>
        </pc:spChg>
      </pc:sldChg>
      <pc:sldChg chg="del">
        <pc:chgData name="Galarus, Douglas" userId="92012f34-c51d-4707-acb6-569c94fb8be7" providerId="ADAL" clId="{EE0F6A63-6289-4F63-B97B-ADB71C049F0D}" dt="2024-04-23T14:21:38.544" v="196" actId="2696"/>
        <pc:sldMkLst>
          <pc:docMk/>
          <pc:sldMk cId="1792887508" sldId="1758"/>
        </pc:sldMkLst>
      </pc:sldChg>
      <pc:sldChg chg="del">
        <pc:chgData name="Galarus, Douglas" userId="92012f34-c51d-4707-acb6-569c94fb8be7" providerId="ADAL" clId="{EE0F6A63-6289-4F63-B97B-ADB71C049F0D}" dt="2024-04-23T14:21:38.544" v="197" actId="2696"/>
        <pc:sldMkLst>
          <pc:docMk/>
          <pc:sldMk cId="1635427751" sldId="1759"/>
        </pc:sldMkLst>
      </pc:sldChg>
      <pc:sldChg chg="addSp delSp modSp add">
        <pc:chgData name="Galarus, Douglas" userId="92012f34-c51d-4707-acb6-569c94fb8be7" providerId="ADAL" clId="{EE0F6A63-6289-4F63-B97B-ADB71C049F0D}" dt="2024-04-23T16:40:13.335" v="915"/>
        <pc:sldMkLst>
          <pc:docMk/>
          <pc:sldMk cId="1693722360" sldId="1759"/>
        </pc:sldMkLst>
        <pc:spChg chg="mod">
          <ac:chgData name="Galarus, Douglas" userId="92012f34-c51d-4707-acb6-569c94fb8be7" providerId="ADAL" clId="{EE0F6A63-6289-4F63-B97B-ADB71C049F0D}" dt="2024-04-23T15:57:18.027" v="523" actId="313"/>
          <ac:spMkLst>
            <pc:docMk/>
            <pc:sldMk cId="1693722360" sldId="1759"/>
            <ac:spMk id="2" creationId="{45903917-4A44-4F45-9C70-2175548570A4}"/>
          </ac:spMkLst>
        </pc:spChg>
        <pc:spChg chg="add del">
          <ac:chgData name="Galarus, Douglas" userId="92012f34-c51d-4707-acb6-569c94fb8be7" providerId="ADAL" clId="{EE0F6A63-6289-4F63-B97B-ADB71C049F0D}" dt="2024-04-23T16:39:02.827" v="893" actId="478"/>
          <ac:spMkLst>
            <pc:docMk/>
            <pc:sldMk cId="1693722360" sldId="1759"/>
            <ac:spMk id="4" creationId="{C7AA15DD-A9CA-4261-8229-A7C6BB7E8255}"/>
          </ac:spMkLst>
        </pc:spChg>
        <pc:spChg chg="add">
          <ac:chgData name="Galarus, Douglas" userId="92012f34-c51d-4707-acb6-569c94fb8be7" providerId="ADAL" clId="{EE0F6A63-6289-4F63-B97B-ADB71C049F0D}" dt="2024-04-23T16:40:13.335" v="915"/>
          <ac:spMkLst>
            <pc:docMk/>
            <pc:sldMk cId="1693722360" sldId="1759"/>
            <ac:spMk id="5" creationId="{07597E8D-282E-4D86-9BA4-8FAA7E3F7E3E}"/>
          </ac:spMkLst>
        </pc:spChg>
      </pc:sldChg>
      <pc:sldChg chg="addSp delSp modSp add">
        <pc:chgData name="Galarus, Douglas" userId="92012f34-c51d-4707-acb6-569c94fb8be7" providerId="ADAL" clId="{EE0F6A63-6289-4F63-B97B-ADB71C049F0D}" dt="2024-04-23T16:40:15.435" v="916"/>
        <pc:sldMkLst>
          <pc:docMk/>
          <pc:sldMk cId="904855800" sldId="1760"/>
        </pc:sldMkLst>
        <pc:spChg chg="mod">
          <ac:chgData name="Galarus, Douglas" userId="92012f34-c51d-4707-acb6-569c94fb8be7" providerId="ADAL" clId="{EE0F6A63-6289-4F63-B97B-ADB71C049F0D}" dt="2024-04-23T15:57:18.723" v="524" actId="313"/>
          <ac:spMkLst>
            <pc:docMk/>
            <pc:sldMk cId="904855800" sldId="1760"/>
            <ac:spMk id="2" creationId="{45903917-4A44-4F45-9C70-2175548570A4}"/>
          </ac:spMkLst>
        </pc:spChg>
        <pc:spChg chg="add del">
          <ac:chgData name="Galarus, Douglas" userId="92012f34-c51d-4707-acb6-569c94fb8be7" providerId="ADAL" clId="{EE0F6A63-6289-4F63-B97B-ADB71C049F0D}" dt="2024-04-23T16:39:06.337" v="894" actId="478"/>
          <ac:spMkLst>
            <pc:docMk/>
            <pc:sldMk cId="904855800" sldId="1760"/>
            <ac:spMk id="4" creationId="{ACED804D-9DD4-417B-8071-15F23A9673A8}"/>
          </ac:spMkLst>
        </pc:spChg>
        <pc:spChg chg="add">
          <ac:chgData name="Galarus, Douglas" userId="92012f34-c51d-4707-acb6-569c94fb8be7" providerId="ADAL" clId="{EE0F6A63-6289-4F63-B97B-ADB71C049F0D}" dt="2024-04-23T16:40:15.435" v="916"/>
          <ac:spMkLst>
            <pc:docMk/>
            <pc:sldMk cId="904855800" sldId="1760"/>
            <ac:spMk id="5" creationId="{7D1BA601-7F04-4AEB-815D-B13B2CE14699}"/>
          </ac:spMkLst>
        </pc:spChg>
      </pc:sldChg>
      <pc:sldChg chg="del">
        <pc:chgData name="Galarus, Douglas" userId="92012f34-c51d-4707-acb6-569c94fb8be7" providerId="ADAL" clId="{EE0F6A63-6289-4F63-B97B-ADB71C049F0D}" dt="2024-04-23T14:21:38.552" v="198" actId="2696"/>
        <pc:sldMkLst>
          <pc:docMk/>
          <pc:sldMk cId="1236320363" sldId="1760"/>
        </pc:sldMkLst>
      </pc:sldChg>
      <pc:sldChg chg="addSp delSp modSp add">
        <pc:chgData name="Galarus, Douglas" userId="92012f34-c51d-4707-acb6-569c94fb8be7" providerId="ADAL" clId="{EE0F6A63-6289-4F63-B97B-ADB71C049F0D}" dt="2024-04-23T16:40:16.805" v="917"/>
        <pc:sldMkLst>
          <pc:docMk/>
          <pc:sldMk cId="514713388" sldId="1761"/>
        </pc:sldMkLst>
        <pc:spChg chg="mod">
          <ac:chgData name="Galarus, Douglas" userId="92012f34-c51d-4707-acb6-569c94fb8be7" providerId="ADAL" clId="{EE0F6A63-6289-4F63-B97B-ADB71C049F0D}" dt="2024-04-23T15:57:20.074" v="525" actId="313"/>
          <ac:spMkLst>
            <pc:docMk/>
            <pc:sldMk cId="514713388" sldId="1761"/>
            <ac:spMk id="2" creationId="{45903917-4A44-4F45-9C70-2175548570A4}"/>
          </ac:spMkLst>
        </pc:spChg>
        <pc:spChg chg="add del">
          <ac:chgData name="Galarus, Douglas" userId="92012f34-c51d-4707-acb6-569c94fb8be7" providerId="ADAL" clId="{EE0F6A63-6289-4F63-B97B-ADB71C049F0D}" dt="2024-04-23T16:39:08.926" v="895" actId="478"/>
          <ac:spMkLst>
            <pc:docMk/>
            <pc:sldMk cId="514713388" sldId="1761"/>
            <ac:spMk id="4" creationId="{753A2A16-60C4-40C5-85C6-5EA0F585198E}"/>
          </ac:spMkLst>
        </pc:spChg>
        <pc:spChg chg="add">
          <ac:chgData name="Galarus, Douglas" userId="92012f34-c51d-4707-acb6-569c94fb8be7" providerId="ADAL" clId="{EE0F6A63-6289-4F63-B97B-ADB71C049F0D}" dt="2024-04-23T16:40:16.805" v="917"/>
          <ac:spMkLst>
            <pc:docMk/>
            <pc:sldMk cId="514713388" sldId="1761"/>
            <ac:spMk id="5" creationId="{CDE21370-63F9-43CD-B385-2D8BD8D32A75}"/>
          </ac:spMkLst>
        </pc:spChg>
      </pc:sldChg>
      <pc:sldChg chg="del">
        <pc:chgData name="Galarus, Douglas" userId="92012f34-c51d-4707-acb6-569c94fb8be7" providerId="ADAL" clId="{EE0F6A63-6289-4F63-B97B-ADB71C049F0D}" dt="2024-04-23T14:21:38.552" v="199" actId="2696"/>
        <pc:sldMkLst>
          <pc:docMk/>
          <pc:sldMk cId="1876926780" sldId="1761"/>
        </pc:sldMkLst>
      </pc:sldChg>
      <pc:sldChg chg="del">
        <pc:chgData name="Galarus, Douglas" userId="92012f34-c51d-4707-acb6-569c94fb8be7" providerId="ADAL" clId="{EE0F6A63-6289-4F63-B97B-ADB71C049F0D}" dt="2024-04-23T14:21:38.570" v="201" actId="2696"/>
        <pc:sldMkLst>
          <pc:docMk/>
          <pc:sldMk cId="1616244642" sldId="1762"/>
        </pc:sldMkLst>
      </pc:sldChg>
      <pc:sldChg chg="addSp delSp modSp add">
        <pc:chgData name="Galarus, Douglas" userId="92012f34-c51d-4707-acb6-569c94fb8be7" providerId="ADAL" clId="{EE0F6A63-6289-4F63-B97B-ADB71C049F0D}" dt="2024-04-23T16:40:18.475" v="918"/>
        <pc:sldMkLst>
          <pc:docMk/>
          <pc:sldMk cId="3008272320" sldId="1762"/>
        </pc:sldMkLst>
        <pc:spChg chg="mod">
          <ac:chgData name="Galarus, Douglas" userId="92012f34-c51d-4707-acb6-569c94fb8be7" providerId="ADAL" clId="{EE0F6A63-6289-4F63-B97B-ADB71C049F0D}" dt="2024-04-23T15:57:20.954" v="527" actId="27636"/>
          <ac:spMkLst>
            <pc:docMk/>
            <pc:sldMk cId="3008272320" sldId="1762"/>
            <ac:spMk id="2" creationId="{45903917-4A44-4F45-9C70-2175548570A4}"/>
          </ac:spMkLst>
        </pc:spChg>
        <pc:spChg chg="add del">
          <ac:chgData name="Galarus, Douglas" userId="92012f34-c51d-4707-acb6-569c94fb8be7" providerId="ADAL" clId="{EE0F6A63-6289-4F63-B97B-ADB71C049F0D}" dt="2024-04-23T16:39:12.417" v="896" actId="478"/>
          <ac:spMkLst>
            <pc:docMk/>
            <pc:sldMk cId="3008272320" sldId="1762"/>
            <ac:spMk id="4" creationId="{1F3243A3-37D2-4124-9A4C-607ECC879C25}"/>
          </ac:spMkLst>
        </pc:spChg>
        <pc:spChg chg="add">
          <ac:chgData name="Galarus, Douglas" userId="92012f34-c51d-4707-acb6-569c94fb8be7" providerId="ADAL" clId="{EE0F6A63-6289-4F63-B97B-ADB71C049F0D}" dt="2024-04-23T16:40:18.475" v="918"/>
          <ac:spMkLst>
            <pc:docMk/>
            <pc:sldMk cId="3008272320" sldId="1762"/>
            <ac:spMk id="5" creationId="{4DD7D88C-79CD-49ED-925A-A814D2B87E40}"/>
          </ac:spMkLst>
        </pc:spChg>
      </pc:sldChg>
      <pc:sldChg chg="addSp delSp modSp add">
        <pc:chgData name="Galarus, Douglas" userId="92012f34-c51d-4707-acb6-569c94fb8be7" providerId="ADAL" clId="{EE0F6A63-6289-4F63-B97B-ADB71C049F0D}" dt="2024-04-23T16:40:19.385" v="919"/>
        <pc:sldMkLst>
          <pc:docMk/>
          <pc:sldMk cId="3559306861" sldId="1763"/>
        </pc:sldMkLst>
        <pc:spChg chg="mod">
          <ac:chgData name="Galarus, Douglas" userId="92012f34-c51d-4707-acb6-569c94fb8be7" providerId="ADAL" clId="{EE0F6A63-6289-4F63-B97B-ADB71C049F0D}" dt="2024-04-23T15:57:21.939" v="528" actId="313"/>
          <ac:spMkLst>
            <pc:docMk/>
            <pc:sldMk cId="3559306861" sldId="1763"/>
            <ac:spMk id="2" creationId="{45903917-4A44-4F45-9C70-2175548570A4}"/>
          </ac:spMkLst>
        </pc:spChg>
        <pc:spChg chg="add del">
          <ac:chgData name="Galarus, Douglas" userId="92012f34-c51d-4707-acb6-569c94fb8be7" providerId="ADAL" clId="{EE0F6A63-6289-4F63-B97B-ADB71C049F0D}" dt="2024-04-23T16:39:15.357" v="897" actId="478"/>
          <ac:spMkLst>
            <pc:docMk/>
            <pc:sldMk cId="3559306861" sldId="1763"/>
            <ac:spMk id="4" creationId="{EDDD504B-F8BC-4CC3-BD26-227C6E9ABDDD}"/>
          </ac:spMkLst>
        </pc:spChg>
        <pc:spChg chg="add">
          <ac:chgData name="Galarus, Douglas" userId="92012f34-c51d-4707-acb6-569c94fb8be7" providerId="ADAL" clId="{EE0F6A63-6289-4F63-B97B-ADB71C049F0D}" dt="2024-04-23T16:40:19.385" v="919"/>
          <ac:spMkLst>
            <pc:docMk/>
            <pc:sldMk cId="3559306861" sldId="1763"/>
            <ac:spMk id="5" creationId="{F3F6F33E-F239-4810-AC68-D6DD67B5276F}"/>
          </ac:spMkLst>
        </pc:spChg>
      </pc:sldChg>
      <pc:sldChg chg="del">
        <pc:chgData name="Galarus, Douglas" userId="92012f34-c51d-4707-acb6-569c94fb8be7" providerId="ADAL" clId="{EE0F6A63-6289-4F63-B97B-ADB71C049F0D}" dt="2024-04-23T14:21:38.575" v="202" actId="2696"/>
        <pc:sldMkLst>
          <pc:docMk/>
          <pc:sldMk cId="4213226560" sldId="1763"/>
        </pc:sldMkLst>
      </pc:sldChg>
      <pc:sldChg chg="del">
        <pc:chgData name="Galarus, Douglas" userId="92012f34-c51d-4707-acb6-569c94fb8be7" providerId="ADAL" clId="{EE0F6A63-6289-4F63-B97B-ADB71C049F0D}" dt="2024-04-23T14:21:38.402" v="170" actId="2696"/>
        <pc:sldMkLst>
          <pc:docMk/>
          <pc:sldMk cId="1796596342" sldId="1764"/>
        </pc:sldMkLst>
      </pc:sldChg>
      <pc:sldChg chg="addSp delSp modSp add">
        <pc:chgData name="Galarus, Douglas" userId="92012f34-c51d-4707-acb6-569c94fb8be7" providerId="ADAL" clId="{EE0F6A63-6289-4F63-B97B-ADB71C049F0D}" dt="2024-04-23T16:40:20.286" v="920"/>
        <pc:sldMkLst>
          <pc:docMk/>
          <pc:sldMk cId="3244126880" sldId="1764"/>
        </pc:sldMkLst>
        <pc:spChg chg="mod">
          <ac:chgData name="Galarus, Douglas" userId="92012f34-c51d-4707-acb6-569c94fb8be7" providerId="ADAL" clId="{EE0F6A63-6289-4F63-B97B-ADB71C049F0D}" dt="2024-04-23T15:57:24.394" v="529" actId="313"/>
          <ac:spMkLst>
            <pc:docMk/>
            <pc:sldMk cId="3244126880" sldId="1764"/>
            <ac:spMk id="2" creationId="{45903917-4A44-4F45-9C70-2175548570A4}"/>
          </ac:spMkLst>
        </pc:spChg>
        <pc:spChg chg="add del">
          <ac:chgData name="Galarus, Douglas" userId="92012f34-c51d-4707-acb6-569c94fb8be7" providerId="ADAL" clId="{EE0F6A63-6289-4F63-B97B-ADB71C049F0D}" dt="2024-04-23T16:39:18.876" v="898" actId="478"/>
          <ac:spMkLst>
            <pc:docMk/>
            <pc:sldMk cId="3244126880" sldId="1764"/>
            <ac:spMk id="4" creationId="{66651EC3-8450-440F-9BCE-D1C0E5C0E1A1}"/>
          </ac:spMkLst>
        </pc:spChg>
        <pc:spChg chg="add">
          <ac:chgData name="Galarus, Douglas" userId="92012f34-c51d-4707-acb6-569c94fb8be7" providerId="ADAL" clId="{EE0F6A63-6289-4F63-B97B-ADB71C049F0D}" dt="2024-04-23T16:40:20.286" v="920"/>
          <ac:spMkLst>
            <pc:docMk/>
            <pc:sldMk cId="3244126880" sldId="1764"/>
            <ac:spMk id="5" creationId="{52A6BAD3-1BDA-42E9-B703-06DE76BC4E75}"/>
          </ac:spMkLst>
        </pc:spChg>
      </pc:sldChg>
      <pc:sldChg chg="del">
        <pc:chgData name="Galarus, Douglas" userId="92012f34-c51d-4707-acb6-569c94fb8be7" providerId="ADAL" clId="{EE0F6A63-6289-4F63-B97B-ADB71C049F0D}" dt="2024-04-23T14:21:38.412" v="173" actId="2696"/>
        <pc:sldMkLst>
          <pc:docMk/>
          <pc:sldMk cId="2275003254" sldId="1765"/>
        </pc:sldMkLst>
      </pc:sldChg>
      <pc:sldChg chg="modSp add">
        <pc:chgData name="Galarus, Douglas" userId="92012f34-c51d-4707-acb6-569c94fb8be7" providerId="ADAL" clId="{EE0F6A63-6289-4F63-B97B-ADB71C049F0D}" dt="2024-04-23T16:03:46.330" v="698" actId="113"/>
        <pc:sldMkLst>
          <pc:docMk/>
          <pc:sldMk cId="3518776142" sldId="1765"/>
        </pc:sldMkLst>
        <pc:spChg chg="mod">
          <ac:chgData name="Galarus, Douglas" userId="92012f34-c51d-4707-acb6-569c94fb8be7" providerId="ADAL" clId="{EE0F6A63-6289-4F63-B97B-ADB71C049F0D}" dt="2024-04-23T16:03:46.330" v="698" actId="113"/>
          <ac:spMkLst>
            <pc:docMk/>
            <pc:sldMk cId="3518776142" sldId="1765"/>
            <ac:spMk id="2" creationId="{45903917-4A44-4F45-9C70-2175548570A4}"/>
          </ac:spMkLst>
        </pc:spChg>
      </pc:sldChg>
      <pc:sldChg chg="del">
        <pc:chgData name="Galarus, Douglas" userId="92012f34-c51d-4707-acb6-569c94fb8be7" providerId="ADAL" clId="{EE0F6A63-6289-4F63-B97B-ADB71C049F0D}" dt="2024-04-23T14:21:38.476" v="183" actId="2696"/>
        <pc:sldMkLst>
          <pc:docMk/>
          <pc:sldMk cId="3557165675" sldId="1766"/>
        </pc:sldMkLst>
      </pc:sldChg>
      <pc:sldChg chg="addSp modSp add ord">
        <pc:chgData name="Galarus, Douglas" userId="92012f34-c51d-4707-acb6-569c94fb8be7" providerId="ADAL" clId="{EE0F6A63-6289-4F63-B97B-ADB71C049F0D}" dt="2024-04-23T16:43:10.481" v="923" actId="114"/>
        <pc:sldMkLst>
          <pc:docMk/>
          <pc:sldMk cId="3724755365" sldId="1766"/>
        </pc:sldMkLst>
        <pc:spChg chg="mod">
          <ac:chgData name="Galarus, Douglas" userId="92012f34-c51d-4707-acb6-569c94fb8be7" providerId="ADAL" clId="{EE0F6A63-6289-4F63-B97B-ADB71C049F0D}" dt="2024-04-23T16:00:13.280" v="588" actId="20577"/>
          <ac:spMkLst>
            <pc:docMk/>
            <pc:sldMk cId="3724755365" sldId="1766"/>
            <ac:spMk id="2" creationId="{45903917-4A44-4F45-9C70-2175548570A4}"/>
          </ac:spMkLst>
        </pc:spChg>
        <pc:spChg chg="add mod">
          <ac:chgData name="Galarus, Douglas" userId="92012f34-c51d-4707-acb6-569c94fb8be7" providerId="ADAL" clId="{EE0F6A63-6289-4F63-B97B-ADB71C049F0D}" dt="2024-04-23T16:43:10.481" v="923" actId="114"/>
          <ac:spMkLst>
            <pc:docMk/>
            <pc:sldMk cId="3724755365" sldId="1766"/>
            <ac:spMk id="4" creationId="{4BF897B2-922C-4C0D-AE21-352DA2D6C755}"/>
          </ac:spMkLst>
        </pc:spChg>
      </pc:sldChg>
      <pc:sldChg chg="del">
        <pc:chgData name="Galarus, Douglas" userId="92012f34-c51d-4707-acb6-569c94fb8be7" providerId="ADAL" clId="{EE0F6A63-6289-4F63-B97B-ADB71C049F0D}" dt="2024-04-23T14:21:38.504" v="188" actId="2696"/>
        <pc:sldMkLst>
          <pc:docMk/>
          <pc:sldMk cId="2240007408" sldId="1767"/>
        </pc:sldMkLst>
      </pc:sldChg>
      <pc:sldChg chg="addSp delSp modSp add">
        <pc:chgData name="Galarus, Douglas" userId="92012f34-c51d-4707-acb6-569c94fb8be7" providerId="ADAL" clId="{EE0F6A63-6289-4F63-B97B-ADB71C049F0D}" dt="2024-04-23T16:43:23.090" v="924" actId="114"/>
        <pc:sldMkLst>
          <pc:docMk/>
          <pc:sldMk cId="3496899224" sldId="1767"/>
        </pc:sldMkLst>
        <pc:spChg chg="mod">
          <ac:chgData name="Galarus, Douglas" userId="92012f34-c51d-4707-acb6-569c94fb8be7" providerId="ADAL" clId="{EE0F6A63-6289-4F63-B97B-ADB71C049F0D}" dt="2024-04-23T16:00:56.379" v="636" actId="6549"/>
          <ac:spMkLst>
            <pc:docMk/>
            <pc:sldMk cId="3496899224" sldId="1767"/>
            <ac:spMk id="2" creationId="{45903917-4A44-4F45-9C70-2175548570A4}"/>
          </ac:spMkLst>
        </pc:spChg>
        <pc:spChg chg="add del mod">
          <ac:chgData name="Galarus, Douglas" userId="92012f34-c51d-4707-acb6-569c94fb8be7" providerId="ADAL" clId="{EE0F6A63-6289-4F63-B97B-ADB71C049F0D}" dt="2024-04-23T16:08:18.792" v="780" actId="478"/>
          <ac:spMkLst>
            <pc:docMk/>
            <pc:sldMk cId="3496899224" sldId="1767"/>
            <ac:spMk id="4" creationId="{4FA37D5A-6935-456A-A49A-3AB929CDD3F3}"/>
          </ac:spMkLst>
        </pc:spChg>
        <pc:spChg chg="add mod">
          <ac:chgData name="Galarus, Douglas" userId="92012f34-c51d-4707-acb6-569c94fb8be7" providerId="ADAL" clId="{EE0F6A63-6289-4F63-B97B-ADB71C049F0D}" dt="2024-04-23T16:43:23.090" v="924" actId="114"/>
          <ac:spMkLst>
            <pc:docMk/>
            <pc:sldMk cId="3496899224" sldId="1767"/>
            <ac:spMk id="5" creationId="{B58033E3-023E-4C26-BA80-D07F6F80B423}"/>
          </ac:spMkLst>
        </pc:spChg>
        <pc:spChg chg="add del">
          <ac:chgData name="Galarus, Douglas" userId="92012f34-c51d-4707-acb6-569c94fb8be7" providerId="ADAL" clId="{EE0F6A63-6289-4F63-B97B-ADB71C049F0D}" dt="2024-04-23T16:40:22.785" v="922"/>
          <ac:spMkLst>
            <pc:docMk/>
            <pc:sldMk cId="3496899224" sldId="1767"/>
            <ac:spMk id="6" creationId="{68E9A3BB-6BFC-415C-9546-340A2A1031B2}"/>
          </ac:spMkLst>
        </pc:spChg>
      </pc:sldChg>
      <pc:sldChg chg="del">
        <pc:chgData name="Galarus, Douglas" userId="92012f34-c51d-4707-acb6-569c94fb8be7" providerId="ADAL" clId="{EE0F6A63-6289-4F63-B97B-ADB71C049F0D}" dt="2024-04-23T14:21:38.532" v="195" actId="2696"/>
        <pc:sldMkLst>
          <pc:docMk/>
          <pc:sldMk cId="2035490761" sldId="1768"/>
        </pc:sldMkLst>
      </pc:sldChg>
      <pc:sldChg chg="addSp delSp modSp add">
        <pc:chgData name="Galarus, Douglas" userId="92012f34-c51d-4707-acb6-569c94fb8be7" providerId="ADAL" clId="{EE0F6A63-6289-4F63-B97B-ADB71C049F0D}" dt="2024-04-23T16:43:27.431" v="925" actId="114"/>
        <pc:sldMkLst>
          <pc:docMk/>
          <pc:sldMk cId="2207250787" sldId="1768"/>
        </pc:sldMkLst>
        <pc:spChg chg="mod">
          <ac:chgData name="Galarus, Douglas" userId="92012f34-c51d-4707-acb6-569c94fb8be7" providerId="ADAL" clId="{EE0F6A63-6289-4F63-B97B-ADB71C049F0D}" dt="2024-04-23T16:01:12.268" v="653" actId="20577"/>
          <ac:spMkLst>
            <pc:docMk/>
            <pc:sldMk cId="2207250787" sldId="1768"/>
            <ac:spMk id="2" creationId="{45903917-4A44-4F45-9C70-2175548570A4}"/>
          </ac:spMkLst>
        </pc:spChg>
        <pc:spChg chg="add del mod">
          <ac:chgData name="Galarus, Douglas" userId="92012f34-c51d-4707-acb6-569c94fb8be7" providerId="ADAL" clId="{EE0F6A63-6289-4F63-B97B-ADB71C049F0D}" dt="2024-04-23T16:08:22.923" v="781" actId="478"/>
          <ac:spMkLst>
            <pc:docMk/>
            <pc:sldMk cId="2207250787" sldId="1768"/>
            <ac:spMk id="4" creationId="{1FA8C707-88FA-4662-8FCB-676BFDA1E6AB}"/>
          </ac:spMkLst>
        </pc:spChg>
        <pc:spChg chg="add mod">
          <ac:chgData name="Galarus, Douglas" userId="92012f34-c51d-4707-acb6-569c94fb8be7" providerId="ADAL" clId="{EE0F6A63-6289-4F63-B97B-ADB71C049F0D}" dt="2024-04-23T16:43:27.431" v="925" actId="114"/>
          <ac:spMkLst>
            <pc:docMk/>
            <pc:sldMk cId="2207250787" sldId="1768"/>
            <ac:spMk id="5" creationId="{B0251F3E-3723-410A-B325-7887959B2789}"/>
          </ac:spMkLst>
        </pc:spChg>
      </pc:sldChg>
      <pc:sldChg chg="del">
        <pc:chgData name="Galarus, Douglas" userId="92012f34-c51d-4707-acb6-569c94fb8be7" providerId="ADAL" clId="{EE0F6A63-6289-4F63-B97B-ADB71C049F0D}" dt="2024-04-23T14:21:38.562" v="200" actId="2696"/>
        <pc:sldMkLst>
          <pc:docMk/>
          <pc:sldMk cId="1268246342" sldId="1769"/>
        </pc:sldMkLst>
      </pc:sldChg>
      <pc:sldChg chg="addSp delSp modSp add">
        <pc:chgData name="Galarus, Douglas" userId="92012f34-c51d-4707-acb6-569c94fb8be7" providerId="ADAL" clId="{EE0F6A63-6289-4F63-B97B-ADB71C049F0D}" dt="2024-04-23T16:43:31.980" v="926" actId="114"/>
        <pc:sldMkLst>
          <pc:docMk/>
          <pc:sldMk cId="3642456226" sldId="1769"/>
        </pc:sldMkLst>
        <pc:spChg chg="mod">
          <ac:chgData name="Galarus, Douglas" userId="92012f34-c51d-4707-acb6-569c94fb8be7" providerId="ADAL" clId="{EE0F6A63-6289-4F63-B97B-ADB71C049F0D}" dt="2024-04-23T16:01:23.638" v="668" actId="20577"/>
          <ac:spMkLst>
            <pc:docMk/>
            <pc:sldMk cId="3642456226" sldId="1769"/>
            <ac:spMk id="2" creationId="{45903917-4A44-4F45-9C70-2175548570A4}"/>
          </ac:spMkLst>
        </pc:spChg>
        <pc:spChg chg="add del mod">
          <ac:chgData name="Galarus, Douglas" userId="92012f34-c51d-4707-acb6-569c94fb8be7" providerId="ADAL" clId="{EE0F6A63-6289-4F63-B97B-ADB71C049F0D}" dt="2024-04-23T16:08:27.433" v="782" actId="478"/>
          <ac:spMkLst>
            <pc:docMk/>
            <pc:sldMk cId="3642456226" sldId="1769"/>
            <ac:spMk id="4" creationId="{771E27AD-0606-4968-9C90-5B9F8A079AD1}"/>
          </ac:spMkLst>
        </pc:spChg>
        <pc:spChg chg="add mod">
          <ac:chgData name="Galarus, Douglas" userId="92012f34-c51d-4707-acb6-569c94fb8be7" providerId="ADAL" clId="{EE0F6A63-6289-4F63-B97B-ADB71C049F0D}" dt="2024-04-23T16:43:31.980" v="926" actId="114"/>
          <ac:spMkLst>
            <pc:docMk/>
            <pc:sldMk cId="3642456226" sldId="1769"/>
            <ac:spMk id="5" creationId="{991EAD6F-3800-4944-962C-C84C7C3FE80F}"/>
          </ac:spMkLst>
        </pc:spChg>
      </pc:sldChg>
      <pc:sldChg chg="addSp delSp modSp add">
        <pc:chgData name="Galarus, Douglas" userId="92012f34-c51d-4707-acb6-569c94fb8be7" providerId="ADAL" clId="{EE0F6A63-6289-4F63-B97B-ADB71C049F0D}" dt="2024-04-23T16:43:36.810" v="927" actId="114"/>
        <pc:sldMkLst>
          <pc:docMk/>
          <pc:sldMk cId="970085170" sldId="1770"/>
        </pc:sldMkLst>
        <pc:spChg chg="mod">
          <ac:chgData name="Galarus, Douglas" userId="92012f34-c51d-4707-acb6-569c94fb8be7" providerId="ADAL" clId="{EE0F6A63-6289-4F63-B97B-ADB71C049F0D}" dt="2024-04-23T16:01:31.568" v="676" actId="20577"/>
          <ac:spMkLst>
            <pc:docMk/>
            <pc:sldMk cId="970085170" sldId="1770"/>
            <ac:spMk id="2" creationId="{45903917-4A44-4F45-9C70-2175548570A4}"/>
          </ac:spMkLst>
        </pc:spChg>
        <pc:spChg chg="add del mod">
          <ac:chgData name="Galarus, Douglas" userId="92012f34-c51d-4707-acb6-569c94fb8be7" providerId="ADAL" clId="{EE0F6A63-6289-4F63-B97B-ADB71C049F0D}" dt="2024-04-23T16:08:31.072" v="783" actId="478"/>
          <ac:spMkLst>
            <pc:docMk/>
            <pc:sldMk cId="970085170" sldId="1770"/>
            <ac:spMk id="4" creationId="{ACD85677-ECF2-41D8-AC5E-DD2D35F69F8C}"/>
          </ac:spMkLst>
        </pc:spChg>
        <pc:spChg chg="add mod">
          <ac:chgData name="Galarus, Douglas" userId="92012f34-c51d-4707-acb6-569c94fb8be7" providerId="ADAL" clId="{EE0F6A63-6289-4F63-B97B-ADB71C049F0D}" dt="2024-04-23T16:43:36.810" v="927" actId="114"/>
          <ac:spMkLst>
            <pc:docMk/>
            <pc:sldMk cId="970085170" sldId="1770"/>
            <ac:spMk id="5" creationId="{CA5035E6-02CE-4C96-A7E4-C8F27C37122E}"/>
          </ac:spMkLst>
        </pc:spChg>
      </pc:sldChg>
      <pc:sldChg chg="del">
        <pc:chgData name="Galarus, Douglas" userId="92012f34-c51d-4707-acb6-569c94fb8be7" providerId="ADAL" clId="{EE0F6A63-6289-4F63-B97B-ADB71C049F0D}" dt="2024-04-23T14:21:38.579" v="203" actId="2696"/>
        <pc:sldMkLst>
          <pc:docMk/>
          <pc:sldMk cId="1809189398" sldId="1770"/>
        </pc:sldMkLst>
      </pc:sldChg>
      <pc:sldMasterChg chg="delSldLayout">
        <pc:chgData name="Galarus, Douglas" userId="92012f34-c51d-4707-acb6-569c94fb8be7" providerId="ADAL" clId="{EE0F6A63-6289-4F63-B97B-ADB71C049F0D}" dt="2024-04-23T14:22:36.055" v="277" actId="2696"/>
        <pc:sldMasterMkLst>
          <pc:docMk/>
          <pc:sldMasterMk cId="3395650958" sldId="2147483648"/>
        </pc:sldMasterMkLst>
        <pc:sldLayoutChg chg="del">
          <pc:chgData name="Galarus, Douglas" userId="92012f34-c51d-4707-acb6-569c94fb8be7" providerId="ADAL" clId="{EE0F6A63-6289-4F63-B97B-ADB71C049F0D}" dt="2024-04-23T14:22:36.055" v="277" actId="2696"/>
          <pc:sldLayoutMkLst>
            <pc:docMk/>
            <pc:sldMasterMk cId="3395650958" sldId="2147483648"/>
            <pc:sldLayoutMk cId="806238173" sldId="2147483660"/>
          </pc:sldLayoutMkLst>
        </pc:sldLayoutChg>
      </pc:sldMasterChg>
    </pc:docChg>
  </pc:docChgLst>
  <pc:docChgLst>
    <pc:chgData name="Galarus, Douglas" userId="92012f34-c51d-4707-acb6-569c94fb8be7" providerId="ADAL" clId="{42218F7B-2E78-47B3-ACFA-99D06094CFC9}"/>
    <pc:docChg chg="custSel addSld delSld modSld">
      <pc:chgData name="Galarus, Douglas" userId="92012f34-c51d-4707-acb6-569c94fb8be7" providerId="ADAL" clId="{42218F7B-2E78-47B3-ACFA-99D06094CFC9}" dt="2024-02-07T02:31:43.803" v="172" actId="14100"/>
      <pc:docMkLst>
        <pc:docMk/>
      </pc:docMkLst>
      <pc:sldChg chg="modSp mod">
        <pc:chgData name="Galarus, Douglas" userId="92012f34-c51d-4707-acb6-569c94fb8be7" providerId="ADAL" clId="{42218F7B-2E78-47B3-ACFA-99D06094CFC9}" dt="2024-02-07T02:05:44.732" v="40" actId="20577"/>
        <pc:sldMkLst>
          <pc:docMk/>
          <pc:sldMk cId="317061521" sldId="256"/>
        </pc:sldMkLst>
        <pc:spChg chg="mod">
          <ac:chgData name="Galarus, Douglas" userId="92012f34-c51d-4707-acb6-569c94fb8be7" providerId="ADAL" clId="{42218F7B-2E78-47B3-ACFA-99D06094CFC9}" dt="2024-02-07T02:05:44.732" v="40" actId="20577"/>
          <ac:spMkLst>
            <pc:docMk/>
            <pc:sldMk cId="317061521" sldId="256"/>
            <ac:spMk id="3" creationId="{F18CA32B-E1EB-449A-9603-912272C947EA}"/>
          </ac:spMkLst>
        </pc:spChg>
      </pc:sldChg>
    </pc:docChg>
  </pc:docChgLst>
  <pc:docChgLst>
    <pc:chgData name="Galarus, Douglas" userId="92012f34-c51d-4707-acb6-569c94fb8be7" providerId="ADAL" clId="{D3484FE1-D27B-47DE-AB45-3A956A1505C2}"/>
    <pc:docChg chg="custSel addSld delSld modSld">
      <pc:chgData name="Galarus, Douglas" userId="92012f34-c51d-4707-acb6-569c94fb8be7" providerId="ADAL" clId="{D3484FE1-D27B-47DE-AB45-3A956A1505C2}" dt="2024-02-24T16:50:27.890" v="147" actId="47"/>
      <pc:docMkLst>
        <pc:docMk/>
      </pc:docMkLst>
      <pc:sldChg chg="modSp mod">
        <pc:chgData name="Galarus, Douglas" userId="92012f34-c51d-4707-acb6-569c94fb8be7" providerId="ADAL" clId="{D3484FE1-D27B-47DE-AB45-3A956A1505C2}" dt="2024-02-24T16:16:24.662" v="42" actId="20577"/>
        <pc:sldMkLst>
          <pc:docMk/>
          <pc:sldMk cId="317061521" sldId="256"/>
        </pc:sldMkLst>
        <pc:spChg chg="mod">
          <ac:chgData name="Galarus, Douglas" userId="92012f34-c51d-4707-acb6-569c94fb8be7" providerId="ADAL" clId="{D3484FE1-D27B-47DE-AB45-3A956A1505C2}" dt="2024-02-24T16:16:24.662" v="42" actId="20577"/>
          <ac:spMkLst>
            <pc:docMk/>
            <pc:sldMk cId="317061521" sldId="256"/>
            <ac:spMk id="3" creationId="{F18CA32B-E1EB-449A-9603-912272C947EA}"/>
          </ac:spMkLst>
        </pc:spChg>
      </pc:sldChg>
    </pc:docChg>
  </pc:docChgLst>
  <pc:docChgLst>
    <pc:chgData name="Galarus, Douglas" userId="92012f34-c51d-4707-acb6-569c94fb8be7" providerId="ADAL" clId="{DE1DCD9F-49E4-4CC6-A18D-1911E8E98EA8}"/>
    <pc:docChg chg="custSel addSld delSld modSld">
      <pc:chgData name="Galarus, Douglas" userId="92012f34-c51d-4707-acb6-569c94fb8be7" providerId="ADAL" clId="{DE1DCD9F-49E4-4CC6-A18D-1911E8E98EA8}" dt="2024-02-20T21:02:42.373" v="287" actId="1076"/>
      <pc:docMkLst>
        <pc:docMk/>
      </pc:docMkLst>
      <pc:sldChg chg="modSp mod">
        <pc:chgData name="Galarus, Douglas" userId="92012f34-c51d-4707-acb6-569c94fb8be7" providerId="ADAL" clId="{DE1DCD9F-49E4-4CC6-A18D-1911E8E98EA8}" dt="2024-02-20T20:39:27.668" v="126" actId="20577"/>
        <pc:sldMkLst>
          <pc:docMk/>
          <pc:sldMk cId="317061521" sldId="256"/>
        </pc:sldMkLst>
        <pc:spChg chg="mod">
          <ac:chgData name="Galarus, Douglas" userId="92012f34-c51d-4707-acb6-569c94fb8be7" providerId="ADAL" clId="{DE1DCD9F-49E4-4CC6-A18D-1911E8E98EA8}" dt="2024-02-20T20:39:27.668" v="126" actId="20577"/>
          <ac:spMkLst>
            <pc:docMk/>
            <pc:sldMk cId="317061521" sldId="256"/>
            <ac:spMk id="3" creationId="{F18CA32B-E1EB-449A-9603-912272C947EA}"/>
          </ac:spMkLst>
        </pc:spChg>
      </pc:sldChg>
    </pc:docChg>
  </pc:docChgLst>
  <pc:docChgLst>
    <pc:chgData name="Galarus, Douglas" userId="92012f34-c51d-4707-acb6-569c94fb8be7" providerId="ADAL" clId="{B7C31C3E-0685-4AEC-8D9A-98404F5FEFD5}"/>
    <pc:docChg chg="undo custSel addSld modSld">
      <pc:chgData name="Galarus, Douglas" userId="92012f34-c51d-4707-acb6-569c94fb8be7" providerId="ADAL" clId="{B7C31C3E-0685-4AEC-8D9A-98404F5FEFD5}" dt="2024-02-09T15:35:01.934" v="411" actId="20577"/>
      <pc:docMkLst>
        <pc:docMk/>
      </pc:docMkLst>
      <pc:sldChg chg="modSp">
        <pc:chgData name="Galarus, Douglas" userId="92012f34-c51d-4707-acb6-569c94fb8be7" providerId="ADAL" clId="{B7C31C3E-0685-4AEC-8D9A-98404F5FEFD5}" dt="2024-02-09T15:35:01.934" v="411" actId="20577"/>
        <pc:sldMkLst>
          <pc:docMk/>
          <pc:sldMk cId="317061521" sldId="256"/>
        </pc:sldMkLst>
        <pc:spChg chg="mod">
          <ac:chgData name="Galarus, Douglas" userId="92012f34-c51d-4707-acb6-569c94fb8be7" providerId="ADAL" clId="{B7C31C3E-0685-4AEC-8D9A-98404F5FEFD5}" dt="2024-02-09T15:35:01.934" v="411" actId="20577"/>
          <ac:spMkLst>
            <pc:docMk/>
            <pc:sldMk cId="317061521" sldId="256"/>
            <ac:spMk id="3" creationId="{F18CA32B-E1EB-449A-9603-912272C947EA}"/>
          </ac:spMkLst>
        </pc:spChg>
      </pc:sldChg>
    </pc:docChg>
  </pc:docChgLst>
  <pc:docChgLst>
    <pc:chgData name="Galarus, Douglas" userId="92012f34-c51d-4707-acb6-569c94fb8be7" providerId="ADAL" clId="{FEFAA52D-8EA5-48E6-9983-8BBC1DA4C447}"/>
    <pc:docChg chg="undo custSel addSld delSld modSld sldOrd">
      <pc:chgData name="Galarus, Douglas" userId="92012f34-c51d-4707-acb6-569c94fb8be7" providerId="ADAL" clId="{FEFAA52D-8EA5-48E6-9983-8BBC1DA4C447}" dt="2024-02-05T02:40:56.135" v="221" actId="47"/>
      <pc:docMkLst>
        <pc:docMk/>
      </pc:docMkLst>
      <pc:sldChg chg="modSp mod">
        <pc:chgData name="Galarus, Douglas" userId="92012f34-c51d-4707-acb6-569c94fb8be7" providerId="ADAL" clId="{FEFAA52D-8EA5-48E6-9983-8BBC1DA4C447}" dt="2024-02-05T00:47:00.587" v="35" actId="20577"/>
        <pc:sldMkLst>
          <pc:docMk/>
          <pc:sldMk cId="317061521" sldId="256"/>
        </pc:sldMkLst>
        <pc:spChg chg="mod">
          <ac:chgData name="Galarus, Douglas" userId="92012f34-c51d-4707-acb6-569c94fb8be7" providerId="ADAL" clId="{FEFAA52D-8EA5-48E6-9983-8BBC1DA4C447}" dt="2024-02-05T00:47:00.587" v="35" actId="20577"/>
          <ac:spMkLst>
            <pc:docMk/>
            <pc:sldMk cId="317061521" sldId="256"/>
            <ac:spMk id="3" creationId="{F18CA32B-E1EB-449A-9603-912272C947EA}"/>
          </ac:spMkLst>
        </pc:spChg>
      </pc:sldChg>
    </pc:docChg>
  </pc:docChgLst>
  <pc:docChgLst>
    <pc:chgData name="Galarus, Douglas" userId="92012f34-c51d-4707-acb6-569c94fb8be7" providerId="ADAL" clId="{B00A4A3D-2065-4F2A-839B-93C62C55B403}"/>
    <pc:docChg chg="custSel addSld delSld modSld">
      <pc:chgData name="Galarus, Douglas" userId="92012f34-c51d-4707-acb6-569c94fb8be7" providerId="ADAL" clId="{B00A4A3D-2065-4F2A-839B-93C62C55B403}" dt="2024-02-27T20:32:22.556" v="217" actId="6549"/>
      <pc:docMkLst>
        <pc:docMk/>
      </pc:docMkLst>
      <pc:sldChg chg="modSp mod">
        <pc:chgData name="Galarus, Douglas" userId="92012f34-c51d-4707-acb6-569c94fb8be7" providerId="ADAL" clId="{B00A4A3D-2065-4F2A-839B-93C62C55B403}" dt="2024-02-27T20:32:22.556" v="217" actId="6549"/>
        <pc:sldMkLst>
          <pc:docMk/>
          <pc:sldMk cId="317061521" sldId="256"/>
        </pc:sldMkLst>
        <pc:spChg chg="mod">
          <ac:chgData name="Galarus, Douglas" userId="92012f34-c51d-4707-acb6-569c94fb8be7" providerId="ADAL" clId="{B00A4A3D-2065-4F2A-839B-93C62C55B403}" dt="2024-02-27T20:32:22.556" v="217" actId="6549"/>
          <ac:spMkLst>
            <pc:docMk/>
            <pc:sldMk cId="317061521" sldId="256"/>
            <ac:spMk id="3" creationId="{F18CA32B-E1EB-449A-9603-912272C947EA}"/>
          </ac:spMkLst>
        </pc:spChg>
      </pc:sldChg>
    </pc:docChg>
  </pc:docChgLst>
  <pc:docChgLst>
    <pc:chgData name="Galarus, Douglas" userId="92012f34-c51d-4707-acb6-569c94fb8be7" providerId="ADAL" clId="{70884E92-F8C3-46A4-A1FB-2AA0320640F8}"/>
    <pc:docChg chg="custSel addSld delSld modSld">
      <pc:chgData name="Galarus, Douglas" userId="92012f34-c51d-4707-acb6-569c94fb8be7" providerId="ADAL" clId="{70884E92-F8C3-46A4-A1FB-2AA0320640F8}" dt="2024-02-09T02:19:15.883" v="631" actId="167"/>
      <pc:docMkLst>
        <pc:docMk/>
      </pc:docMkLst>
      <pc:sldChg chg="modSp mod">
        <pc:chgData name="Galarus, Douglas" userId="92012f34-c51d-4707-acb6-569c94fb8be7" providerId="ADAL" clId="{70884E92-F8C3-46A4-A1FB-2AA0320640F8}" dt="2024-02-07T02:38:32.521" v="10" actId="20577"/>
        <pc:sldMkLst>
          <pc:docMk/>
          <pc:sldMk cId="317061521" sldId="256"/>
        </pc:sldMkLst>
        <pc:spChg chg="mod">
          <ac:chgData name="Galarus, Douglas" userId="92012f34-c51d-4707-acb6-569c94fb8be7" providerId="ADAL" clId="{70884E92-F8C3-46A4-A1FB-2AA0320640F8}" dt="2024-02-07T02:38:32.521" v="10" actId="20577"/>
          <ac:spMkLst>
            <pc:docMk/>
            <pc:sldMk cId="317061521" sldId="256"/>
            <ac:spMk id="3" creationId="{F18CA32B-E1EB-449A-9603-912272C947EA}"/>
          </ac:spMkLst>
        </pc:spChg>
      </pc:sldChg>
    </pc:docChg>
  </pc:docChgLst>
  <pc:docChgLst>
    <pc:chgData name="Galarus, Douglas" userId="92012f34-c51d-4707-acb6-569c94fb8be7" providerId="ADAL" clId="{67A9A039-8ED8-4535-B584-FA08CF0432C2}"/>
    <pc:docChg chg="custSel addSld delSld modSld">
      <pc:chgData name="Galarus, Douglas" userId="92012f34-c51d-4707-acb6-569c94fb8be7" providerId="ADAL" clId="{67A9A039-8ED8-4535-B584-FA08CF0432C2}" dt="2024-02-21T15:35:42.896" v="153" actId="2696"/>
      <pc:docMkLst>
        <pc:docMk/>
      </pc:docMkLst>
    </pc:docChg>
  </pc:docChgLst>
  <pc:docChgLst>
    <pc:chgData name="Galarus, Douglas" userId="92012f34-c51d-4707-acb6-569c94fb8be7" providerId="ADAL" clId="{4838119C-0381-4237-9241-F9005FC2E5A2}"/>
    <pc:docChg chg="custSel delSld modSld">
      <pc:chgData name="Galarus, Douglas" userId="92012f34-c51d-4707-acb6-569c94fb8be7" providerId="ADAL" clId="{4838119C-0381-4237-9241-F9005FC2E5A2}" dt="2024-02-07T02:02:24.225" v="167" actId="20577"/>
      <pc:docMkLst>
        <pc:docMk/>
      </pc:docMkLst>
      <pc:sldChg chg="modSp mod">
        <pc:chgData name="Galarus, Douglas" userId="92012f34-c51d-4707-acb6-569c94fb8be7" providerId="ADAL" clId="{4838119C-0381-4237-9241-F9005FC2E5A2}" dt="2024-02-07T02:02:24.225" v="167" actId="20577"/>
        <pc:sldMkLst>
          <pc:docMk/>
          <pc:sldMk cId="317061521" sldId="256"/>
        </pc:sldMkLst>
        <pc:spChg chg="mod">
          <ac:chgData name="Galarus, Douglas" userId="92012f34-c51d-4707-acb6-569c94fb8be7" providerId="ADAL" clId="{4838119C-0381-4237-9241-F9005FC2E5A2}" dt="2024-02-07T02:02:24.225" v="167" actId="20577"/>
          <ac:spMkLst>
            <pc:docMk/>
            <pc:sldMk cId="317061521" sldId="256"/>
            <ac:spMk id="3" creationId="{F18CA32B-E1EB-449A-9603-912272C947EA}"/>
          </ac:spMkLst>
        </pc:spChg>
      </pc:sldChg>
    </pc:docChg>
  </pc:docChgLst>
  <pc:docChgLst>
    <pc:chgData name="Galarus, Douglas" userId="92012f34-c51d-4707-acb6-569c94fb8be7" providerId="ADAL" clId="{84607A90-20C8-4B63-972B-1FE7D078A94D}"/>
    <pc:docChg chg="addSld delSld modSld">
      <pc:chgData name="Galarus, Douglas" userId="92012f34-c51d-4707-acb6-569c94fb8be7" providerId="ADAL" clId="{84607A90-20C8-4B63-972B-1FE7D078A94D}" dt="2024-02-12T15:27:41.784" v="120" actId="167"/>
      <pc:docMkLst>
        <pc:docMk/>
      </pc:docMkLst>
    </pc:docChg>
  </pc:docChgLst>
  <pc:docChgLst>
    <pc:chgData name="Galarus, Douglas" userId="92012f34-c51d-4707-acb6-569c94fb8be7" providerId="ADAL" clId="{1A297E98-AA4D-4581-94B3-EF46A36E1511}"/>
    <pc:docChg chg="custSel addSld delSld modSld sldOrd">
      <pc:chgData name="Galarus, Douglas" userId="92012f34-c51d-4707-acb6-569c94fb8be7" providerId="ADAL" clId="{1A297E98-AA4D-4581-94B3-EF46A36E1511}" dt="2024-02-11T15:56:48.690" v="55" actId="47"/>
      <pc:docMkLst>
        <pc:docMk/>
      </pc:docMkLst>
      <pc:sldChg chg="modSp mod">
        <pc:chgData name="Galarus, Douglas" userId="92012f34-c51d-4707-acb6-569c94fb8be7" providerId="ADAL" clId="{1A297E98-AA4D-4581-94B3-EF46A36E1511}" dt="2024-02-11T15:47:35.158" v="22" actId="20577"/>
        <pc:sldMkLst>
          <pc:docMk/>
          <pc:sldMk cId="317061521" sldId="256"/>
        </pc:sldMkLst>
        <pc:spChg chg="mod">
          <ac:chgData name="Galarus, Douglas" userId="92012f34-c51d-4707-acb6-569c94fb8be7" providerId="ADAL" clId="{1A297E98-AA4D-4581-94B3-EF46A36E1511}" dt="2024-02-11T15:47:35.158" v="22" actId="20577"/>
          <ac:spMkLst>
            <pc:docMk/>
            <pc:sldMk cId="317061521" sldId="256"/>
            <ac:spMk id="3" creationId="{F18CA32B-E1EB-449A-9603-912272C947EA}"/>
          </ac:spMkLst>
        </pc:spChg>
      </pc:sldChg>
    </pc:docChg>
  </pc:docChgLst>
  <pc:docChgLst>
    <pc:chgData name="Wimmer, Ethan" userId="fba856c3-0395-447d-8c5b-615148da754b" providerId="ADAL" clId="{572ECEEC-2C6C-43B1-A9A3-FE5C00C5F07A}"/>
    <pc:docChg chg="undo redo custSel addSld delSld modSld">
      <pc:chgData name="Wimmer, Ethan" userId="fba856c3-0395-447d-8c5b-615148da754b" providerId="ADAL" clId="{572ECEEC-2C6C-43B1-A9A3-FE5C00C5F07A}" dt="2024-04-29T05:13:44.637" v="7675" actId="1076"/>
      <pc:docMkLst>
        <pc:docMk/>
      </pc:docMkLst>
      <pc:sldChg chg="modSp mod">
        <pc:chgData name="Wimmer, Ethan" userId="fba856c3-0395-447d-8c5b-615148da754b" providerId="ADAL" clId="{572ECEEC-2C6C-43B1-A9A3-FE5C00C5F07A}" dt="2024-04-28T20:32:10.377" v="26" actId="13926"/>
        <pc:sldMkLst>
          <pc:docMk/>
          <pc:sldMk cId="317061521" sldId="256"/>
        </pc:sldMkLst>
        <pc:spChg chg="mod">
          <ac:chgData name="Wimmer, Ethan" userId="fba856c3-0395-447d-8c5b-615148da754b" providerId="ADAL" clId="{572ECEEC-2C6C-43B1-A9A3-FE5C00C5F07A}" dt="2024-04-28T20:32:10.377" v="26" actId="13926"/>
          <ac:spMkLst>
            <pc:docMk/>
            <pc:sldMk cId="317061521" sldId="256"/>
            <ac:spMk id="3" creationId="{F18CA32B-E1EB-449A-9603-912272C947EA}"/>
          </ac:spMkLst>
        </pc:spChg>
      </pc:sldChg>
      <pc:sldChg chg="addSp delSp modSp mod">
        <pc:chgData name="Wimmer, Ethan" userId="fba856c3-0395-447d-8c5b-615148da754b" providerId="ADAL" clId="{572ECEEC-2C6C-43B1-A9A3-FE5C00C5F07A}" dt="2024-04-29T02:25:06.616" v="845" actId="20577"/>
        <pc:sldMkLst>
          <pc:docMk/>
          <pc:sldMk cId="1034413179" sldId="1736"/>
        </pc:sldMkLst>
        <pc:spChg chg="del">
          <ac:chgData name="Wimmer, Ethan" userId="fba856c3-0395-447d-8c5b-615148da754b" providerId="ADAL" clId="{572ECEEC-2C6C-43B1-A9A3-FE5C00C5F07A}" dt="2024-04-29T00:23:12.971" v="60" actId="478"/>
          <ac:spMkLst>
            <pc:docMk/>
            <pc:sldMk cId="1034413179" sldId="1736"/>
            <ac:spMk id="5" creationId="{20ED75F7-0F3C-4221-A97F-40B8096398E2}"/>
          </ac:spMkLst>
        </pc:spChg>
        <pc:spChg chg="add mod">
          <ac:chgData name="Wimmer, Ethan" userId="fba856c3-0395-447d-8c5b-615148da754b" providerId="ADAL" clId="{572ECEEC-2C6C-43B1-A9A3-FE5C00C5F07A}" dt="2024-04-29T02:25:06.616" v="845" actId="20577"/>
          <ac:spMkLst>
            <pc:docMk/>
            <pc:sldMk cId="1034413179" sldId="1736"/>
            <ac:spMk id="7" creationId="{E0D46355-5059-4A2A-AB2B-D7EC74A2D07D}"/>
          </ac:spMkLst>
        </pc:spChg>
        <pc:picChg chg="add mod">
          <ac:chgData name="Wimmer, Ethan" userId="fba856c3-0395-447d-8c5b-615148da754b" providerId="ADAL" clId="{572ECEEC-2C6C-43B1-A9A3-FE5C00C5F07A}" dt="2024-04-29T02:19:17.845" v="669" actId="14100"/>
          <ac:picMkLst>
            <pc:docMk/>
            <pc:sldMk cId="1034413179" sldId="1736"/>
            <ac:picMk id="4" creationId="{7CA7D8A1-BF9C-4D04-9BBF-5138EF6A40D5}"/>
          </ac:picMkLst>
        </pc:picChg>
        <pc:picChg chg="add del mod">
          <ac:chgData name="Wimmer, Ethan" userId="fba856c3-0395-447d-8c5b-615148da754b" providerId="ADAL" clId="{572ECEEC-2C6C-43B1-A9A3-FE5C00C5F07A}" dt="2024-04-29T00:59:56.998" v="137" actId="478"/>
          <ac:picMkLst>
            <pc:docMk/>
            <pc:sldMk cId="1034413179" sldId="1736"/>
            <ac:picMk id="6" creationId="{51DD24DC-2470-40B0-B044-D39ED4C818DC}"/>
          </ac:picMkLst>
        </pc:picChg>
      </pc:sldChg>
      <pc:sldChg chg="addSp delSp modSp mod">
        <pc:chgData name="Wimmer, Ethan" userId="fba856c3-0395-447d-8c5b-615148da754b" providerId="ADAL" clId="{572ECEEC-2C6C-43B1-A9A3-FE5C00C5F07A}" dt="2024-04-28T20:33:11.135" v="33" actId="1076"/>
        <pc:sldMkLst>
          <pc:docMk/>
          <pc:sldMk cId="2531084874" sldId="1737"/>
        </pc:sldMkLst>
        <pc:spChg chg="del">
          <ac:chgData name="Wimmer, Ethan" userId="fba856c3-0395-447d-8c5b-615148da754b" providerId="ADAL" clId="{572ECEEC-2C6C-43B1-A9A3-FE5C00C5F07A}" dt="2024-04-28T20:32:26.846" v="27" actId="478"/>
          <ac:spMkLst>
            <pc:docMk/>
            <pc:sldMk cId="2531084874" sldId="1737"/>
            <ac:spMk id="4" creationId="{A00FBF9F-3D25-41E4-BC06-857C702A26A4}"/>
          </ac:spMkLst>
        </pc:spChg>
        <pc:picChg chg="add mod">
          <ac:chgData name="Wimmer, Ethan" userId="fba856c3-0395-447d-8c5b-615148da754b" providerId="ADAL" clId="{572ECEEC-2C6C-43B1-A9A3-FE5C00C5F07A}" dt="2024-04-28T20:32:59.239" v="30" actId="1076"/>
          <ac:picMkLst>
            <pc:docMk/>
            <pc:sldMk cId="2531084874" sldId="1737"/>
            <ac:picMk id="5" creationId="{00826F00-C87F-43C7-A296-20ABF8372F6B}"/>
          </ac:picMkLst>
        </pc:picChg>
        <pc:picChg chg="add mod">
          <ac:chgData name="Wimmer, Ethan" userId="fba856c3-0395-447d-8c5b-615148da754b" providerId="ADAL" clId="{572ECEEC-2C6C-43B1-A9A3-FE5C00C5F07A}" dt="2024-04-28T20:33:11.135" v="33" actId="1076"/>
          <ac:picMkLst>
            <pc:docMk/>
            <pc:sldMk cId="2531084874" sldId="1737"/>
            <ac:picMk id="6" creationId="{06AD3DBE-1F1C-4329-A05C-B493545F61E8}"/>
          </ac:picMkLst>
        </pc:picChg>
      </pc:sldChg>
      <pc:sldChg chg="addSp delSp modSp mod">
        <pc:chgData name="Wimmer, Ethan" userId="fba856c3-0395-447d-8c5b-615148da754b" providerId="ADAL" clId="{572ECEEC-2C6C-43B1-A9A3-FE5C00C5F07A}" dt="2024-04-29T01:57:19.778" v="411" actId="20577"/>
        <pc:sldMkLst>
          <pc:docMk/>
          <pc:sldMk cId="466707050" sldId="1738"/>
        </pc:sldMkLst>
        <pc:spChg chg="del">
          <ac:chgData name="Wimmer, Ethan" userId="fba856c3-0395-447d-8c5b-615148da754b" providerId="ADAL" clId="{572ECEEC-2C6C-43B1-A9A3-FE5C00C5F07A}" dt="2024-04-28T20:35:02.800" v="34" actId="478"/>
          <ac:spMkLst>
            <pc:docMk/>
            <pc:sldMk cId="466707050" sldId="1738"/>
            <ac:spMk id="5" creationId="{50AD0348-3271-418D-A8CE-D64358FBAAB4}"/>
          </ac:spMkLst>
        </pc:spChg>
        <pc:spChg chg="add del mod">
          <ac:chgData name="Wimmer, Ethan" userId="fba856c3-0395-447d-8c5b-615148da754b" providerId="ADAL" clId="{572ECEEC-2C6C-43B1-A9A3-FE5C00C5F07A}" dt="2024-04-29T01:35:37.914" v="279"/>
          <ac:spMkLst>
            <pc:docMk/>
            <pc:sldMk cId="466707050" sldId="1738"/>
            <ac:spMk id="7" creationId="{F4792FEB-2806-4669-AB51-A51726117762}"/>
          </ac:spMkLst>
        </pc:spChg>
        <pc:spChg chg="add del mod">
          <ac:chgData name="Wimmer, Ethan" userId="fba856c3-0395-447d-8c5b-615148da754b" providerId="ADAL" clId="{572ECEEC-2C6C-43B1-A9A3-FE5C00C5F07A}" dt="2024-04-29T01:40:23.993" v="304" actId="21"/>
          <ac:spMkLst>
            <pc:docMk/>
            <pc:sldMk cId="466707050" sldId="1738"/>
            <ac:spMk id="8" creationId="{47B764C3-AC45-4A29-8B1B-0026316C9F79}"/>
          </ac:spMkLst>
        </pc:spChg>
        <pc:spChg chg="add del mod">
          <ac:chgData name="Wimmer, Ethan" userId="fba856c3-0395-447d-8c5b-615148da754b" providerId="ADAL" clId="{572ECEEC-2C6C-43B1-A9A3-FE5C00C5F07A}" dt="2024-04-29T01:43:02.102" v="322"/>
          <ac:spMkLst>
            <pc:docMk/>
            <pc:sldMk cId="466707050" sldId="1738"/>
            <ac:spMk id="9" creationId="{21FACC13-3A48-45EE-BB18-20C6E4BE5B1F}"/>
          </ac:spMkLst>
        </pc:spChg>
        <pc:spChg chg="add del mod">
          <ac:chgData name="Wimmer, Ethan" userId="fba856c3-0395-447d-8c5b-615148da754b" providerId="ADAL" clId="{572ECEEC-2C6C-43B1-A9A3-FE5C00C5F07A}" dt="2024-04-29T01:57:19.778" v="411" actId="20577"/>
          <ac:spMkLst>
            <pc:docMk/>
            <pc:sldMk cId="466707050" sldId="1738"/>
            <ac:spMk id="10" creationId="{35017AA1-7553-4374-ACC6-4AE89BFAA702}"/>
          </ac:spMkLst>
        </pc:spChg>
        <pc:picChg chg="add mod">
          <ac:chgData name="Wimmer, Ethan" userId="fba856c3-0395-447d-8c5b-615148da754b" providerId="ADAL" clId="{572ECEEC-2C6C-43B1-A9A3-FE5C00C5F07A}" dt="2024-04-29T01:52:29.628" v="400" actId="1076"/>
          <ac:picMkLst>
            <pc:docMk/>
            <pc:sldMk cId="466707050" sldId="1738"/>
            <ac:picMk id="4" creationId="{D215F5E1-2189-439C-BB62-AE23ED60C3C7}"/>
          </ac:picMkLst>
        </pc:picChg>
        <pc:picChg chg="add del mod">
          <ac:chgData name="Wimmer, Ethan" userId="fba856c3-0395-447d-8c5b-615148da754b" providerId="ADAL" clId="{572ECEEC-2C6C-43B1-A9A3-FE5C00C5F07A}" dt="2024-04-29T00:58:55.781" v="128" actId="478"/>
          <ac:picMkLst>
            <pc:docMk/>
            <pc:sldMk cId="466707050" sldId="1738"/>
            <ac:picMk id="6" creationId="{0DB0FBB7-F3C0-4E1D-8BEE-89852ADF6260}"/>
          </ac:picMkLst>
        </pc:picChg>
      </pc:sldChg>
      <pc:sldChg chg="addSp delSp modSp mod">
        <pc:chgData name="Wimmer, Ethan" userId="fba856c3-0395-447d-8c5b-615148da754b" providerId="ADAL" clId="{572ECEEC-2C6C-43B1-A9A3-FE5C00C5F07A}" dt="2024-04-29T02:01:13.014" v="522" actId="20577"/>
        <pc:sldMkLst>
          <pc:docMk/>
          <pc:sldMk cId="1392917010" sldId="1739"/>
        </pc:sldMkLst>
        <pc:spChg chg="del">
          <ac:chgData name="Wimmer, Ethan" userId="fba856c3-0395-447d-8c5b-615148da754b" providerId="ADAL" clId="{572ECEEC-2C6C-43B1-A9A3-FE5C00C5F07A}" dt="2024-04-28T23:49:07.144" v="41" actId="478"/>
          <ac:spMkLst>
            <pc:docMk/>
            <pc:sldMk cId="1392917010" sldId="1739"/>
            <ac:spMk id="5" creationId="{A785962A-A29C-41D8-8A8B-019B4A3F76F8}"/>
          </ac:spMkLst>
        </pc:spChg>
        <pc:spChg chg="add mod">
          <ac:chgData name="Wimmer, Ethan" userId="fba856c3-0395-447d-8c5b-615148da754b" providerId="ADAL" clId="{572ECEEC-2C6C-43B1-A9A3-FE5C00C5F07A}" dt="2024-04-29T02:01:13.014" v="522" actId="20577"/>
          <ac:spMkLst>
            <pc:docMk/>
            <pc:sldMk cId="1392917010" sldId="1739"/>
            <ac:spMk id="7" creationId="{A2D24044-0D04-41BE-8A6D-591B2FA8B32B}"/>
          </ac:spMkLst>
        </pc:spChg>
        <pc:picChg chg="add mod">
          <ac:chgData name="Wimmer, Ethan" userId="fba856c3-0395-447d-8c5b-615148da754b" providerId="ADAL" clId="{572ECEEC-2C6C-43B1-A9A3-FE5C00C5F07A}" dt="2024-04-29T01:55:53.559" v="405" actId="14100"/>
          <ac:picMkLst>
            <pc:docMk/>
            <pc:sldMk cId="1392917010" sldId="1739"/>
            <ac:picMk id="4" creationId="{A09A4CDD-C8CC-4505-B8E8-6BBFE8882B8A}"/>
          </ac:picMkLst>
        </pc:picChg>
        <pc:picChg chg="add del mod">
          <ac:chgData name="Wimmer, Ethan" userId="fba856c3-0395-447d-8c5b-615148da754b" providerId="ADAL" clId="{572ECEEC-2C6C-43B1-A9A3-FE5C00C5F07A}" dt="2024-04-29T00:59:03.773" v="129" actId="21"/>
          <ac:picMkLst>
            <pc:docMk/>
            <pc:sldMk cId="1392917010" sldId="1739"/>
            <ac:picMk id="6" creationId="{42DF44BF-F5BC-412C-83E5-2BC95FE77C5E}"/>
          </ac:picMkLst>
        </pc:picChg>
      </pc:sldChg>
      <pc:sldChg chg="addSp delSp modSp mod">
        <pc:chgData name="Wimmer, Ethan" userId="fba856c3-0395-447d-8c5b-615148da754b" providerId="ADAL" clId="{572ECEEC-2C6C-43B1-A9A3-FE5C00C5F07A}" dt="2024-04-29T02:10:58.048" v="621" actId="1076"/>
        <pc:sldMkLst>
          <pc:docMk/>
          <pc:sldMk cId="1629001105" sldId="1740"/>
        </pc:sldMkLst>
        <pc:spChg chg="del mod">
          <ac:chgData name="Wimmer, Ethan" userId="fba856c3-0395-447d-8c5b-615148da754b" providerId="ADAL" clId="{572ECEEC-2C6C-43B1-A9A3-FE5C00C5F07A}" dt="2024-04-28T23:52:06.370" v="48" actId="478"/>
          <ac:spMkLst>
            <pc:docMk/>
            <pc:sldMk cId="1629001105" sldId="1740"/>
            <ac:spMk id="6" creationId="{6EC04C73-038E-4AC1-9DA1-315503970C42}"/>
          </ac:spMkLst>
        </pc:spChg>
        <pc:spChg chg="add mod">
          <ac:chgData name="Wimmer, Ethan" userId="fba856c3-0395-447d-8c5b-615148da754b" providerId="ADAL" clId="{572ECEEC-2C6C-43B1-A9A3-FE5C00C5F07A}" dt="2024-04-29T02:10:58.048" v="621" actId="1076"/>
          <ac:spMkLst>
            <pc:docMk/>
            <pc:sldMk cId="1629001105" sldId="1740"/>
            <ac:spMk id="7" creationId="{DC85E6CB-4EE2-4977-8356-C776EC84A9C8}"/>
          </ac:spMkLst>
        </pc:spChg>
        <pc:picChg chg="add del mod">
          <ac:chgData name="Wimmer, Ethan" userId="fba856c3-0395-447d-8c5b-615148da754b" providerId="ADAL" clId="{572ECEEC-2C6C-43B1-A9A3-FE5C00C5F07A}" dt="2024-04-29T00:59:28.219" v="130" actId="478"/>
          <ac:picMkLst>
            <pc:docMk/>
            <pc:sldMk cId="1629001105" sldId="1740"/>
            <ac:picMk id="4" creationId="{1FC88567-1EDF-4C87-97BB-19515F3450BB}"/>
          </ac:picMkLst>
        </pc:picChg>
        <pc:picChg chg="add mod">
          <ac:chgData name="Wimmer, Ethan" userId="fba856c3-0395-447d-8c5b-615148da754b" providerId="ADAL" clId="{572ECEEC-2C6C-43B1-A9A3-FE5C00C5F07A}" dt="2024-04-29T02:04:50.221" v="524" actId="14100"/>
          <ac:picMkLst>
            <pc:docMk/>
            <pc:sldMk cId="1629001105" sldId="1740"/>
            <ac:picMk id="5" creationId="{F06DDE11-755E-4D9B-B57A-1E4501C1253A}"/>
          </ac:picMkLst>
        </pc:picChg>
      </pc:sldChg>
      <pc:sldChg chg="addSp delSp modSp mod">
        <pc:chgData name="Wimmer, Ethan" userId="fba856c3-0395-447d-8c5b-615148da754b" providerId="ADAL" clId="{572ECEEC-2C6C-43B1-A9A3-FE5C00C5F07A}" dt="2024-04-29T02:18:51.068" v="666" actId="1076"/>
        <pc:sldMkLst>
          <pc:docMk/>
          <pc:sldMk cId="433789184" sldId="1741"/>
        </pc:sldMkLst>
        <pc:spChg chg="del">
          <ac:chgData name="Wimmer, Ethan" userId="fba856c3-0395-447d-8c5b-615148da754b" providerId="ADAL" clId="{572ECEEC-2C6C-43B1-A9A3-FE5C00C5F07A}" dt="2024-04-28T23:53:48.082" v="55" actId="478"/>
          <ac:spMkLst>
            <pc:docMk/>
            <pc:sldMk cId="433789184" sldId="1741"/>
            <ac:spMk id="5" creationId="{807BD8DA-F54B-4F72-A045-836B17BBB647}"/>
          </ac:spMkLst>
        </pc:spChg>
        <pc:spChg chg="add del mod">
          <ac:chgData name="Wimmer, Ethan" userId="fba856c3-0395-447d-8c5b-615148da754b" providerId="ADAL" clId="{572ECEEC-2C6C-43B1-A9A3-FE5C00C5F07A}" dt="2024-04-29T02:18:45.907" v="665" actId="21"/>
          <ac:spMkLst>
            <pc:docMk/>
            <pc:sldMk cId="433789184" sldId="1741"/>
            <ac:spMk id="7" creationId="{0AE10B6A-575C-4177-8AC1-3E2137CFB708}"/>
          </ac:spMkLst>
        </pc:spChg>
        <pc:picChg chg="add mod">
          <ac:chgData name="Wimmer, Ethan" userId="fba856c3-0395-447d-8c5b-615148da754b" providerId="ADAL" clId="{572ECEEC-2C6C-43B1-A9A3-FE5C00C5F07A}" dt="2024-04-29T02:18:51.068" v="666" actId="1076"/>
          <ac:picMkLst>
            <pc:docMk/>
            <pc:sldMk cId="433789184" sldId="1741"/>
            <ac:picMk id="4" creationId="{88099775-ED73-4BD1-90B1-607D6A9CB132}"/>
          </ac:picMkLst>
        </pc:picChg>
        <pc:picChg chg="add del mod">
          <ac:chgData name="Wimmer, Ethan" userId="fba856c3-0395-447d-8c5b-615148da754b" providerId="ADAL" clId="{572ECEEC-2C6C-43B1-A9A3-FE5C00C5F07A}" dt="2024-04-29T00:59:44.154" v="134" actId="478"/>
          <ac:picMkLst>
            <pc:docMk/>
            <pc:sldMk cId="433789184" sldId="1741"/>
            <ac:picMk id="6" creationId="{0BF79B2B-2F22-4180-AAE2-F1261B9137AD}"/>
          </ac:picMkLst>
        </pc:picChg>
      </pc:sldChg>
      <pc:sldChg chg="addSp delSp modSp mod">
        <pc:chgData name="Wimmer, Ethan" userId="fba856c3-0395-447d-8c5b-615148da754b" providerId="ADAL" clId="{572ECEEC-2C6C-43B1-A9A3-FE5C00C5F07A}" dt="2024-04-29T02:25:41.176" v="848" actId="1076"/>
        <pc:sldMkLst>
          <pc:docMk/>
          <pc:sldMk cId="1003372575" sldId="1742"/>
        </pc:sldMkLst>
        <pc:spChg chg="del">
          <ac:chgData name="Wimmer, Ethan" userId="fba856c3-0395-447d-8c5b-615148da754b" providerId="ADAL" clId="{572ECEEC-2C6C-43B1-A9A3-FE5C00C5F07A}" dt="2024-04-29T00:27:27.838" v="66" actId="478"/>
          <ac:spMkLst>
            <pc:docMk/>
            <pc:sldMk cId="1003372575" sldId="1742"/>
            <ac:spMk id="5" creationId="{0F1C049C-F962-497C-BF3F-E08411E30630}"/>
          </ac:spMkLst>
        </pc:spChg>
        <pc:picChg chg="add mod">
          <ac:chgData name="Wimmer, Ethan" userId="fba856c3-0395-447d-8c5b-615148da754b" providerId="ADAL" clId="{572ECEEC-2C6C-43B1-A9A3-FE5C00C5F07A}" dt="2024-04-29T02:25:41.176" v="848" actId="1076"/>
          <ac:picMkLst>
            <pc:docMk/>
            <pc:sldMk cId="1003372575" sldId="1742"/>
            <ac:picMk id="4" creationId="{F354005E-69AB-46E3-B77C-892C730D62B1}"/>
          </ac:picMkLst>
        </pc:picChg>
      </pc:sldChg>
      <pc:sldChg chg="addSp delSp modSp mod">
        <pc:chgData name="Wimmer, Ethan" userId="fba856c3-0395-447d-8c5b-615148da754b" providerId="ADAL" clId="{572ECEEC-2C6C-43B1-A9A3-FE5C00C5F07A}" dt="2024-04-29T03:04:21.701" v="927" actId="20577"/>
        <pc:sldMkLst>
          <pc:docMk/>
          <pc:sldMk cId="2804150112" sldId="1743"/>
        </pc:sldMkLst>
        <pc:spChg chg="del">
          <ac:chgData name="Wimmer, Ethan" userId="fba856c3-0395-447d-8c5b-615148da754b" providerId="ADAL" clId="{572ECEEC-2C6C-43B1-A9A3-FE5C00C5F07A}" dt="2024-04-29T00:31:27.960" v="68" actId="478"/>
          <ac:spMkLst>
            <pc:docMk/>
            <pc:sldMk cId="2804150112" sldId="1743"/>
            <ac:spMk id="5" creationId="{E85DA203-2054-4766-89C1-57FDDF077108}"/>
          </ac:spMkLst>
        </pc:spChg>
        <pc:spChg chg="add mod">
          <ac:chgData name="Wimmer, Ethan" userId="fba856c3-0395-447d-8c5b-615148da754b" providerId="ADAL" clId="{572ECEEC-2C6C-43B1-A9A3-FE5C00C5F07A}" dt="2024-04-29T03:04:21.701" v="927" actId="20577"/>
          <ac:spMkLst>
            <pc:docMk/>
            <pc:sldMk cId="2804150112" sldId="1743"/>
            <ac:spMk id="7" creationId="{2F060BB9-32E6-47DE-B320-0A8246DDB81E}"/>
          </ac:spMkLst>
        </pc:spChg>
        <pc:picChg chg="add del mod">
          <ac:chgData name="Wimmer, Ethan" userId="fba856c3-0395-447d-8c5b-615148da754b" providerId="ADAL" clId="{572ECEEC-2C6C-43B1-A9A3-FE5C00C5F07A}" dt="2024-04-29T01:00:20.277" v="141" actId="478"/>
          <ac:picMkLst>
            <pc:docMk/>
            <pc:sldMk cId="2804150112" sldId="1743"/>
            <ac:picMk id="4" creationId="{60B41267-060A-47D6-BA52-F08F4204BEA8}"/>
          </ac:picMkLst>
        </pc:picChg>
        <pc:picChg chg="add mod">
          <ac:chgData name="Wimmer, Ethan" userId="fba856c3-0395-447d-8c5b-615148da754b" providerId="ADAL" clId="{572ECEEC-2C6C-43B1-A9A3-FE5C00C5F07A}" dt="2024-04-29T03:02:09.800" v="850" actId="14100"/>
          <ac:picMkLst>
            <pc:docMk/>
            <pc:sldMk cId="2804150112" sldId="1743"/>
            <ac:picMk id="6" creationId="{AC8917C8-46D7-4C9F-A0CB-D9B665DDDCB9}"/>
          </ac:picMkLst>
        </pc:picChg>
      </pc:sldChg>
      <pc:sldChg chg="addSp delSp modSp mod">
        <pc:chgData name="Wimmer, Ethan" userId="fba856c3-0395-447d-8c5b-615148da754b" providerId="ADAL" clId="{572ECEEC-2C6C-43B1-A9A3-FE5C00C5F07A}" dt="2024-04-29T03:08:52.743" v="935" actId="1076"/>
        <pc:sldMkLst>
          <pc:docMk/>
          <pc:sldMk cId="2144855347" sldId="1744"/>
        </pc:sldMkLst>
        <pc:spChg chg="del mod">
          <ac:chgData name="Wimmer, Ethan" userId="fba856c3-0395-447d-8c5b-615148da754b" providerId="ADAL" clId="{572ECEEC-2C6C-43B1-A9A3-FE5C00C5F07A}" dt="2024-04-29T00:33:57.105" v="80" actId="478"/>
          <ac:spMkLst>
            <pc:docMk/>
            <pc:sldMk cId="2144855347" sldId="1744"/>
            <ac:spMk id="5" creationId="{4066E5B6-2CC3-45B5-BA43-0ABDCC11F788}"/>
          </ac:spMkLst>
        </pc:spChg>
        <pc:picChg chg="add del">
          <ac:chgData name="Wimmer, Ethan" userId="fba856c3-0395-447d-8c5b-615148da754b" providerId="ADAL" clId="{572ECEEC-2C6C-43B1-A9A3-FE5C00C5F07A}" dt="2024-04-29T01:00:43.159" v="146" actId="478"/>
          <ac:picMkLst>
            <pc:docMk/>
            <pc:sldMk cId="2144855347" sldId="1744"/>
            <ac:picMk id="4" creationId="{FECAD06B-7711-4666-8927-B62365AA0B5F}"/>
          </ac:picMkLst>
        </pc:picChg>
        <pc:picChg chg="add mod">
          <ac:chgData name="Wimmer, Ethan" userId="fba856c3-0395-447d-8c5b-615148da754b" providerId="ADAL" clId="{572ECEEC-2C6C-43B1-A9A3-FE5C00C5F07A}" dt="2024-04-29T03:08:52.743" v="935" actId="1076"/>
          <ac:picMkLst>
            <pc:docMk/>
            <pc:sldMk cId="2144855347" sldId="1744"/>
            <ac:picMk id="6" creationId="{12122A22-AA2C-48ED-9D75-45A7F2D69C66}"/>
          </ac:picMkLst>
        </pc:picChg>
      </pc:sldChg>
      <pc:sldChg chg="addSp delSp modSp mod">
        <pc:chgData name="Wimmer, Ethan" userId="fba856c3-0395-447d-8c5b-615148da754b" providerId="ADAL" clId="{572ECEEC-2C6C-43B1-A9A3-FE5C00C5F07A}" dt="2024-04-29T03:12:26.798" v="1039" actId="20577"/>
        <pc:sldMkLst>
          <pc:docMk/>
          <pc:sldMk cId="2419496732" sldId="1745"/>
        </pc:sldMkLst>
        <pc:spChg chg="del">
          <ac:chgData name="Wimmer, Ethan" userId="fba856c3-0395-447d-8c5b-615148da754b" providerId="ADAL" clId="{572ECEEC-2C6C-43B1-A9A3-FE5C00C5F07A}" dt="2024-04-29T00:35:21.891" v="84" actId="478"/>
          <ac:spMkLst>
            <pc:docMk/>
            <pc:sldMk cId="2419496732" sldId="1745"/>
            <ac:spMk id="5" creationId="{378F2AAD-5303-468D-AB58-16A31926C405}"/>
          </ac:spMkLst>
        </pc:spChg>
        <pc:spChg chg="add mod">
          <ac:chgData name="Wimmer, Ethan" userId="fba856c3-0395-447d-8c5b-615148da754b" providerId="ADAL" clId="{572ECEEC-2C6C-43B1-A9A3-FE5C00C5F07A}" dt="2024-04-29T03:12:26.798" v="1039" actId="20577"/>
          <ac:spMkLst>
            <pc:docMk/>
            <pc:sldMk cId="2419496732" sldId="1745"/>
            <ac:spMk id="6" creationId="{4159CF21-D203-40CF-93E1-931EEC747D98}"/>
          </ac:spMkLst>
        </pc:spChg>
        <pc:picChg chg="add mod">
          <ac:chgData name="Wimmer, Ethan" userId="fba856c3-0395-447d-8c5b-615148da754b" providerId="ADAL" clId="{572ECEEC-2C6C-43B1-A9A3-FE5C00C5F07A}" dt="2024-04-29T03:09:31.849" v="939" actId="14100"/>
          <ac:picMkLst>
            <pc:docMk/>
            <pc:sldMk cId="2419496732" sldId="1745"/>
            <ac:picMk id="4" creationId="{79668635-6889-47C4-86D2-40D662E532FA}"/>
          </ac:picMkLst>
        </pc:picChg>
      </pc:sldChg>
      <pc:sldChg chg="addSp delSp modSp mod">
        <pc:chgData name="Wimmer, Ethan" userId="fba856c3-0395-447d-8c5b-615148da754b" providerId="ADAL" clId="{572ECEEC-2C6C-43B1-A9A3-FE5C00C5F07A}" dt="2024-04-29T03:06:46.523" v="932" actId="1076"/>
        <pc:sldMkLst>
          <pc:docMk/>
          <pc:sldMk cId="1718275546" sldId="1751"/>
        </pc:sldMkLst>
        <pc:spChg chg="del">
          <ac:chgData name="Wimmer, Ethan" userId="fba856c3-0395-447d-8c5b-615148da754b" providerId="ADAL" clId="{572ECEEC-2C6C-43B1-A9A3-FE5C00C5F07A}" dt="2024-04-29T00:33:03.699" v="74" actId="478"/>
          <ac:spMkLst>
            <pc:docMk/>
            <pc:sldMk cId="1718275546" sldId="1751"/>
            <ac:spMk id="5" creationId="{0D7C4685-1061-4781-9C3A-A7F7009209EB}"/>
          </ac:spMkLst>
        </pc:spChg>
        <pc:picChg chg="add mod">
          <ac:chgData name="Wimmer, Ethan" userId="fba856c3-0395-447d-8c5b-615148da754b" providerId="ADAL" clId="{572ECEEC-2C6C-43B1-A9A3-FE5C00C5F07A}" dt="2024-04-29T03:06:46.523" v="932" actId="1076"/>
          <ac:picMkLst>
            <pc:docMk/>
            <pc:sldMk cId="1718275546" sldId="1751"/>
            <ac:picMk id="4" creationId="{5D47BF0E-44E2-464A-8E72-5D79A7D2BCD8}"/>
          </ac:picMkLst>
        </pc:picChg>
        <pc:picChg chg="add del mod">
          <ac:chgData name="Wimmer, Ethan" userId="fba856c3-0395-447d-8c5b-615148da754b" providerId="ADAL" clId="{572ECEEC-2C6C-43B1-A9A3-FE5C00C5F07A}" dt="2024-04-29T01:00:33.323" v="144" actId="478"/>
          <ac:picMkLst>
            <pc:docMk/>
            <pc:sldMk cId="1718275546" sldId="1751"/>
            <ac:picMk id="6" creationId="{27BBFA4E-2245-4294-B6D5-508553B524AD}"/>
          </ac:picMkLst>
        </pc:picChg>
      </pc:sldChg>
      <pc:sldChg chg="addSp delSp modSp mod">
        <pc:chgData name="Wimmer, Ethan" userId="fba856c3-0395-447d-8c5b-615148da754b" providerId="ADAL" clId="{572ECEEC-2C6C-43B1-A9A3-FE5C00C5F07A}" dt="2024-04-29T03:20:02.038" v="1218" actId="20577"/>
        <pc:sldMkLst>
          <pc:docMk/>
          <pc:sldMk cId="305633381" sldId="1752"/>
        </pc:sldMkLst>
        <pc:spChg chg="del">
          <ac:chgData name="Wimmer, Ethan" userId="fba856c3-0395-447d-8c5b-615148da754b" providerId="ADAL" clId="{572ECEEC-2C6C-43B1-A9A3-FE5C00C5F07A}" dt="2024-04-29T00:36:23.889" v="86" actId="478"/>
          <ac:spMkLst>
            <pc:docMk/>
            <pc:sldMk cId="305633381" sldId="1752"/>
            <ac:spMk id="5" creationId="{192017DF-2596-468D-B383-F99B3CAE810F}"/>
          </ac:spMkLst>
        </pc:spChg>
        <pc:spChg chg="add mod">
          <ac:chgData name="Wimmer, Ethan" userId="fba856c3-0395-447d-8c5b-615148da754b" providerId="ADAL" clId="{572ECEEC-2C6C-43B1-A9A3-FE5C00C5F07A}" dt="2024-04-29T03:20:02.038" v="1218" actId="20577"/>
          <ac:spMkLst>
            <pc:docMk/>
            <pc:sldMk cId="305633381" sldId="1752"/>
            <ac:spMk id="6" creationId="{F37F5DC8-9617-4161-9FB9-C0D7419DD60E}"/>
          </ac:spMkLst>
        </pc:spChg>
        <pc:picChg chg="add mod">
          <ac:chgData name="Wimmer, Ethan" userId="fba856c3-0395-447d-8c5b-615148da754b" providerId="ADAL" clId="{572ECEEC-2C6C-43B1-A9A3-FE5C00C5F07A}" dt="2024-04-29T03:13:47.768" v="1044" actId="14100"/>
          <ac:picMkLst>
            <pc:docMk/>
            <pc:sldMk cId="305633381" sldId="1752"/>
            <ac:picMk id="4" creationId="{B8026EC0-7A95-4533-BB52-EE2CCB9C2B24}"/>
          </ac:picMkLst>
        </pc:picChg>
      </pc:sldChg>
      <pc:sldChg chg="addSp delSp modSp mod">
        <pc:chgData name="Wimmer, Ethan" userId="fba856c3-0395-447d-8c5b-615148da754b" providerId="ADAL" clId="{572ECEEC-2C6C-43B1-A9A3-FE5C00C5F07A}" dt="2024-04-29T03:46:20.292" v="1540" actId="1076"/>
        <pc:sldMkLst>
          <pc:docMk/>
          <pc:sldMk cId="4539159" sldId="1754"/>
        </pc:sldMkLst>
        <pc:spChg chg="del">
          <ac:chgData name="Wimmer, Ethan" userId="fba856c3-0395-447d-8c5b-615148da754b" providerId="ADAL" clId="{572ECEEC-2C6C-43B1-A9A3-FE5C00C5F07A}" dt="2024-04-29T00:38:46.054" v="88" actId="478"/>
          <ac:spMkLst>
            <pc:docMk/>
            <pc:sldMk cId="4539159" sldId="1754"/>
            <ac:spMk id="5" creationId="{3B4FCD2E-ED17-4D43-9D23-6E39A9EFF58E}"/>
          </ac:spMkLst>
        </pc:spChg>
        <pc:spChg chg="add del mod">
          <ac:chgData name="Wimmer, Ethan" userId="fba856c3-0395-447d-8c5b-615148da754b" providerId="ADAL" clId="{572ECEEC-2C6C-43B1-A9A3-FE5C00C5F07A}" dt="2024-04-29T03:24:01.531" v="1230" actId="478"/>
          <ac:spMkLst>
            <pc:docMk/>
            <pc:sldMk cId="4539159" sldId="1754"/>
            <ac:spMk id="7" creationId="{EBEDC639-FFF9-4052-A914-C53C5148D2D3}"/>
          </ac:spMkLst>
        </pc:spChg>
        <pc:spChg chg="add mod">
          <ac:chgData name="Wimmer, Ethan" userId="fba856c3-0395-447d-8c5b-615148da754b" providerId="ADAL" clId="{572ECEEC-2C6C-43B1-A9A3-FE5C00C5F07A}" dt="2024-04-29T03:46:20.292" v="1540" actId="1076"/>
          <ac:spMkLst>
            <pc:docMk/>
            <pc:sldMk cId="4539159" sldId="1754"/>
            <ac:spMk id="8" creationId="{7131BD6F-EA02-444F-8A14-040A096CFA9A}"/>
          </ac:spMkLst>
        </pc:spChg>
        <pc:picChg chg="add mod">
          <ac:chgData name="Wimmer, Ethan" userId="fba856c3-0395-447d-8c5b-615148da754b" providerId="ADAL" clId="{572ECEEC-2C6C-43B1-A9A3-FE5C00C5F07A}" dt="2024-04-29T03:21:42.391" v="1228" actId="1076"/>
          <ac:picMkLst>
            <pc:docMk/>
            <pc:sldMk cId="4539159" sldId="1754"/>
            <ac:picMk id="4" creationId="{E5206A7E-5986-47A9-BECD-683F95C5CA8D}"/>
          </ac:picMkLst>
        </pc:picChg>
        <pc:picChg chg="add del mod">
          <ac:chgData name="Wimmer, Ethan" userId="fba856c3-0395-447d-8c5b-615148da754b" providerId="ADAL" clId="{572ECEEC-2C6C-43B1-A9A3-FE5C00C5F07A}" dt="2024-04-29T00:40:02.736" v="94" actId="478"/>
          <ac:picMkLst>
            <pc:docMk/>
            <pc:sldMk cId="4539159" sldId="1754"/>
            <ac:picMk id="6" creationId="{C45F745C-BE82-4533-B59E-699FF5DFBED1}"/>
          </ac:picMkLst>
        </pc:picChg>
      </pc:sldChg>
      <pc:sldChg chg="addSp delSp modSp mod">
        <pc:chgData name="Wimmer, Ethan" userId="fba856c3-0395-447d-8c5b-615148da754b" providerId="ADAL" clId="{572ECEEC-2C6C-43B1-A9A3-FE5C00C5F07A}" dt="2024-04-29T03:46:30.861" v="1541" actId="1076"/>
        <pc:sldMkLst>
          <pc:docMk/>
          <pc:sldMk cId="3156141473" sldId="1755"/>
        </pc:sldMkLst>
        <pc:spChg chg="del">
          <ac:chgData name="Wimmer, Ethan" userId="fba856c3-0395-447d-8c5b-615148da754b" providerId="ADAL" clId="{572ECEEC-2C6C-43B1-A9A3-FE5C00C5F07A}" dt="2024-04-29T00:39:31.543" v="93" actId="478"/>
          <ac:spMkLst>
            <pc:docMk/>
            <pc:sldMk cId="3156141473" sldId="1755"/>
            <ac:spMk id="5" creationId="{B6954884-85AA-4762-9C82-0934E179859A}"/>
          </ac:spMkLst>
        </pc:spChg>
        <pc:spChg chg="add del mod">
          <ac:chgData name="Wimmer, Ethan" userId="fba856c3-0395-447d-8c5b-615148da754b" providerId="ADAL" clId="{572ECEEC-2C6C-43B1-A9A3-FE5C00C5F07A}" dt="2024-04-29T03:34:56.495" v="1355" actId="478"/>
          <ac:spMkLst>
            <pc:docMk/>
            <pc:sldMk cId="3156141473" sldId="1755"/>
            <ac:spMk id="6" creationId="{DEE2F205-C8A6-4ABB-BDF9-F020551A773B}"/>
          </ac:spMkLst>
        </pc:spChg>
        <pc:spChg chg="add mod">
          <ac:chgData name="Wimmer, Ethan" userId="fba856c3-0395-447d-8c5b-615148da754b" providerId="ADAL" clId="{572ECEEC-2C6C-43B1-A9A3-FE5C00C5F07A}" dt="2024-04-29T03:46:30.861" v="1541" actId="1076"/>
          <ac:spMkLst>
            <pc:docMk/>
            <pc:sldMk cId="3156141473" sldId="1755"/>
            <ac:spMk id="7" creationId="{2E2F8865-B298-4773-90D2-6AAC812E12BD}"/>
          </ac:spMkLst>
        </pc:spChg>
        <pc:picChg chg="add mod">
          <ac:chgData name="Wimmer, Ethan" userId="fba856c3-0395-447d-8c5b-615148da754b" providerId="ADAL" clId="{572ECEEC-2C6C-43B1-A9A3-FE5C00C5F07A}" dt="2024-04-29T03:29:09.540" v="1317" actId="1076"/>
          <ac:picMkLst>
            <pc:docMk/>
            <pc:sldMk cId="3156141473" sldId="1755"/>
            <ac:picMk id="4" creationId="{39CA01D8-D267-4E6C-AA25-D5E3A7FC68DD}"/>
          </ac:picMkLst>
        </pc:picChg>
      </pc:sldChg>
      <pc:sldChg chg="addSp delSp modSp mod">
        <pc:chgData name="Wimmer, Ethan" userId="fba856c3-0395-447d-8c5b-615148da754b" providerId="ADAL" clId="{572ECEEC-2C6C-43B1-A9A3-FE5C00C5F07A}" dt="2024-04-29T03:52:18.828" v="1669" actId="1076"/>
        <pc:sldMkLst>
          <pc:docMk/>
          <pc:sldMk cId="3988207022" sldId="1756"/>
        </pc:sldMkLst>
        <pc:spChg chg="del">
          <ac:chgData name="Wimmer, Ethan" userId="fba856c3-0395-447d-8c5b-615148da754b" providerId="ADAL" clId="{572ECEEC-2C6C-43B1-A9A3-FE5C00C5F07A}" dt="2024-04-29T00:41:00.877" v="98" actId="478"/>
          <ac:spMkLst>
            <pc:docMk/>
            <pc:sldMk cId="3988207022" sldId="1756"/>
            <ac:spMk id="5" creationId="{6C16B0A6-30A2-4974-850D-048539239563}"/>
          </ac:spMkLst>
        </pc:spChg>
        <pc:spChg chg="add mod">
          <ac:chgData name="Wimmer, Ethan" userId="fba856c3-0395-447d-8c5b-615148da754b" providerId="ADAL" clId="{572ECEEC-2C6C-43B1-A9A3-FE5C00C5F07A}" dt="2024-04-29T03:52:18.828" v="1669" actId="1076"/>
          <ac:spMkLst>
            <pc:docMk/>
            <pc:sldMk cId="3988207022" sldId="1756"/>
            <ac:spMk id="6" creationId="{D6217DBC-3D49-4EAA-9CFC-6436ADCB8148}"/>
          </ac:spMkLst>
        </pc:spChg>
        <pc:picChg chg="add mod">
          <ac:chgData name="Wimmer, Ethan" userId="fba856c3-0395-447d-8c5b-615148da754b" providerId="ADAL" clId="{572ECEEC-2C6C-43B1-A9A3-FE5C00C5F07A}" dt="2024-04-29T03:45:48.164" v="1526" actId="1076"/>
          <ac:picMkLst>
            <pc:docMk/>
            <pc:sldMk cId="3988207022" sldId="1756"/>
            <ac:picMk id="4" creationId="{F75F5E58-8A4B-429E-910B-8F121E8F8D0F}"/>
          </ac:picMkLst>
        </pc:picChg>
      </pc:sldChg>
      <pc:sldChg chg="addSp delSp modSp mod">
        <pc:chgData name="Wimmer, Ethan" userId="fba856c3-0395-447d-8c5b-615148da754b" providerId="ADAL" clId="{572ECEEC-2C6C-43B1-A9A3-FE5C00C5F07A}" dt="2024-04-29T03:56:12.633" v="1803" actId="1076"/>
        <pc:sldMkLst>
          <pc:docMk/>
          <pc:sldMk cId="2853575" sldId="1757"/>
        </pc:sldMkLst>
        <pc:spChg chg="del mod">
          <ac:chgData name="Wimmer, Ethan" userId="fba856c3-0395-447d-8c5b-615148da754b" providerId="ADAL" clId="{572ECEEC-2C6C-43B1-A9A3-FE5C00C5F07A}" dt="2024-04-29T00:42:14.322" v="103" actId="478"/>
          <ac:spMkLst>
            <pc:docMk/>
            <pc:sldMk cId="2853575" sldId="1757"/>
            <ac:spMk id="5" creationId="{641B1BD0-A237-4E7B-8239-FE0025C6858A}"/>
          </ac:spMkLst>
        </pc:spChg>
        <pc:spChg chg="add mod">
          <ac:chgData name="Wimmer, Ethan" userId="fba856c3-0395-447d-8c5b-615148da754b" providerId="ADAL" clId="{572ECEEC-2C6C-43B1-A9A3-FE5C00C5F07A}" dt="2024-04-29T03:56:12.633" v="1803" actId="1076"/>
          <ac:spMkLst>
            <pc:docMk/>
            <pc:sldMk cId="2853575" sldId="1757"/>
            <ac:spMk id="6" creationId="{811930A3-5A4A-4862-8A1E-8E71FA7E5509}"/>
          </ac:spMkLst>
        </pc:spChg>
        <pc:picChg chg="add mod">
          <ac:chgData name="Wimmer, Ethan" userId="fba856c3-0395-447d-8c5b-615148da754b" providerId="ADAL" clId="{572ECEEC-2C6C-43B1-A9A3-FE5C00C5F07A}" dt="2024-04-29T03:53:59.294" v="1676" actId="1076"/>
          <ac:picMkLst>
            <pc:docMk/>
            <pc:sldMk cId="2853575" sldId="1757"/>
            <ac:picMk id="4" creationId="{D68D2FD3-C823-4B02-9CD1-88B7267383A7}"/>
          </ac:picMkLst>
        </pc:picChg>
      </pc:sldChg>
      <pc:sldChg chg="addSp delSp modSp mod">
        <pc:chgData name="Wimmer, Ethan" userId="fba856c3-0395-447d-8c5b-615148da754b" providerId="ADAL" clId="{572ECEEC-2C6C-43B1-A9A3-FE5C00C5F07A}" dt="2024-04-29T03:59:49.789" v="1917" actId="1076"/>
        <pc:sldMkLst>
          <pc:docMk/>
          <pc:sldMk cId="1362325309" sldId="1758"/>
        </pc:sldMkLst>
        <pc:spChg chg="mod">
          <ac:chgData name="Wimmer, Ethan" userId="fba856c3-0395-447d-8c5b-615148da754b" providerId="ADAL" clId="{572ECEEC-2C6C-43B1-A9A3-FE5C00C5F07A}" dt="2024-04-29T00:46:11.362" v="117" actId="20577"/>
          <ac:spMkLst>
            <pc:docMk/>
            <pc:sldMk cId="1362325309" sldId="1758"/>
            <ac:spMk id="2" creationId="{45903917-4A44-4F45-9C70-2175548570A4}"/>
          </ac:spMkLst>
        </pc:spChg>
        <pc:spChg chg="del">
          <ac:chgData name="Wimmer, Ethan" userId="fba856c3-0395-447d-8c5b-615148da754b" providerId="ADAL" clId="{572ECEEC-2C6C-43B1-A9A3-FE5C00C5F07A}" dt="2024-04-29T00:43:03.884" v="105" actId="478"/>
          <ac:spMkLst>
            <pc:docMk/>
            <pc:sldMk cId="1362325309" sldId="1758"/>
            <ac:spMk id="5" creationId="{671BC3D1-DE9F-4337-A132-B8FEA51631DE}"/>
          </ac:spMkLst>
        </pc:spChg>
        <pc:spChg chg="add mod">
          <ac:chgData name="Wimmer, Ethan" userId="fba856c3-0395-447d-8c5b-615148da754b" providerId="ADAL" clId="{572ECEEC-2C6C-43B1-A9A3-FE5C00C5F07A}" dt="2024-04-29T03:59:49.789" v="1917" actId="1076"/>
          <ac:spMkLst>
            <pc:docMk/>
            <pc:sldMk cId="1362325309" sldId="1758"/>
            <ac:spMk id="6" creationId="{17ECFBF4-1AF3-4CE5-9439-86A6A0F4AD2A}"/>
          </ac:spMkLst>
        </pc:spChg>
        <pc:picChg chg="add mod">
          <ac:chgData name="Wimmer, Ethan" userId="fba856c3-0395-447d-8c5b-615148da754b" providerId="ADAL" clId="{572ECEEC-2C6C-43B1-A9A3-FE5C00C5F07A}" dt="2024-04-29T03:56:38.218" v="1804" actId="14100"/>
          <ac:picMkLst>
            <pc:docMk/>
            <pc:sldMk cId="1362325309" sldId="1758"/>
            <ac:picMk id="4" creationId="{571B1DE9-7347-486F-B5C5-FA8492328540}"/>
          </ac:picMkLst>
        </pc:picChg>
      </pc:sldChg>
      <pc:sldChg chg="delSp del mod">
        <pc:chgData name="Wimmer, Ethan" userId="fba856c3-0395-447d-8c5b-615148da754b" providerId="ADAL" clId="{572ECEEC-2C6C-43B1-A9A3-FE5C00C5F07A}" dt="2024-04-29T00:46:21.060" v="119" actId="2696"/>
        <pc:sldMkLst>
          <pc:docMk/>
          <pc:sldMk cId="1693722360" sldId="1759"/>
        </pc:sldMkLst>
        <pc:spChg chg="del">
          <ac:chgData name="Wimmer, Ethan" userId="fba856c3-0395-447d-8c5b-615148da754b" providerId="ADAL" clId="{572ECEEC-2C6C-43B1-A9A3-FE5C00C5F07A}" dt="2024-04-29T00:45:12.087" v="110" actId="478"/>
          <ac:spMkLst>
            <pc:docMk/>
            <pc:sldMk cId="1693722360" sldId="1759"/>
            <ac:spMk id="5" creationId="{07597E8D-282E-4D86-9BA4-8FAA7E3F7E3E}"/>
          </ac:spMkLst>
        </pc:spChg>
      </pc:sldChg>
      <pc:sldChg chg="del">
        <pc:chgData name="Wimmer, Ethan" userId="fba856c3-0395-447d-8c5b-615148da754b" providerId="ADAL" clId="{572ECEEC-2C6C-43B1-A9A3-FE5C00C5F07A}" dt="2024-04-29T00:46:41.305" v="120" actId="2696"/>
        <pc:sldMkLst>
          <pc:docMk/>
          <pc:sldMk cId="904855800" sldId="1760"/>
        </pc:sldMkLst>
      </pc:sldChg>
      <pc:sldChg chg="del">
        <pc:chgData name="Wimmer, Ethan" userId="fba856c3-0395-447d-8c5b-615148da754b" providerId="ADAL" clId="{572ECEEC-2C6C-43B1-A9A3-FE5C00C5F07A}" dt="2024-04-29T00:46:45.800" v="121" actId="2696"/>
        <pc:sldMkLst>
          <pc:docMk/>
          <pc:sldMk cId="514713388" sldId="1761"/>
        </pc:sldMkLst>
      </pc:sldChg>
      <pc:sldChg chg="addSp delSp modSp mod">
        <pc:chgData name="Wimmer, Ethan" userId="fba856c3-0395-447d-8c5b-615148da754b" providerId="ADAL" clId="{572ECEEC-2C6C-43B1-A9A3-FE5C00C5F07A}" dt="2024-04-29T04:05:25.844" v="1989" actId="1076"/>
        <pc:sldMkLst>
          <pc:docMk/>
          <pc:sldMk cId="3008272320" sldId="1762"/>
        </pc:sldMkLst>
        <pc:spChg chg="del">
          <ac:chgData name="Wimmer, Ethan" userId="fba856c3-0395-447d-8c5b-615148da754b" providerId="ADAL" clId="{572ECEEC-2C6C-43B1-A9A3-FE5C00C5F07A}" dt="2024-04-29T00:48:18.385" v="122" actId="478"/>
          <ac:spMkLst>
            <pc:docMk/>
            <pc:sldMk cId="3008272320" sldId="1762"/>
            <ac:spMk id="5" creationId="{4DD7D88C-79CD-49ED-925A-A814D2B87E40}"/>
          </ac:spMkLst>
        </pc:spChg>
        <pc:spChg chg="add del mod">
          <ac:chgData name="Wimmer, Ethan" userId="fba856c3-0395-447d-8c5b-615148da754b" providerId="ADAL" clId="{572ECEEC-2C6C-43B1-A9A3-FE5C00C5F07A}" dt="2024-04-29T04:02:01.998" v="1926" actId="478"/>
          <ac:spMkLst>
            <pc:docMk/>
            <pc:sldMk cId="3008272320" sldId="1762"/>
            <ac:spMk id="6" creationId="{E092272C-ED59-49AF-B506-B4177F00C75C}"/>
          </ac:spMkLst>
        </pc:spChg>
        <pc:spChg chg="add del mod">
          <ac:chgData name="Wimmer, Ethan" userId="fba856c3-0395-447d-8c5b-615148da754b" providerId="ADAL" clId="{572ECEEC-2C6C-43B1-A9A3-FE5C00C5F07A}" dt="2024-04-29T04:04:49.003" v="1985" actId="478"/>
          <ac:spMkLst>
            <pc:docMk/>
            <pc:sldMk cId="3008272320" sldId="1762"/>
            <ac:spMk id="7" creationId="{C8052B36-F7DF-46C8-A3B9-8768CF9ADE27}"/>
          </ac:spMkLst>
        </pc:spChg>
        <pc:picChg chg="add mod">
          <ac:chgData name="Wimmer, Ethan" userId="fba856c3-0395-447d-8c5b-615148da754b" providerId="ADAL" clId="{572ECEEC-2C6C-43B1-A9A3-FE5C00C5F07A}" dt="2024-04-29T04:05:25.844" v="1989" actId="1076"/>
          <ac:picMkLst>
            <pc:docMk/>
            <pc:sldMk cId="3008272320" sldId="1762"/>
            <ac:picMk id="4" creationId="{BA00DCAB-AF96-4004-8429-C34D8F635CA5}"/>
          </ac:picMkLst>
        </pc:picChg>
      </pc:sldChg>
      <pc:sldChg chg="addSp delSp modSp mod">
        <pc:chgData name="Wimmer, Ethan" userId="fba856c3-0395-447d-8c5b-615148da754b" providerId="ADAL" clId="{572ECEEC-2C6C-43B1-A9A3-FE5C00C5F07A}" dt="2024-04-29T04:01:40.543" v="1924" actId="1076"/>
        <pc:sldMkLst>
          <pc:docMk/>
          <pc:sldMk cId="3559306861" sldId="1763"/>
        </pc:sldMkLst>
        <pc:spChg chg="del">
          <ac:chgData name="Wimmer, Ethan" userId="fba856c3-0395-447d-8c5b-615148da754b" providerId="ADAL" clId="{572ECEEC-2C6C-43B1-A9A3-FE5C00C5F07A}" dt="2024-04-29T00:49:06.555" v="124" actId="478"/>
          <ac:spMkLst>
            <pc:docMk/>
            <pc:sldMk cId="3559306861" sldId="1763"/>
            <ac:spMk id="5" creationId="{F3F6F33E-F239-4810-AC68-D6DD67B5276F}"/>
          </ac:spMkLst>
        </pc:spChg>
        <pc:picChg chg="add mod">
          <ac:chgData name="Wimmer, Ethan" userId="fba856c3-0395-447d-8c5b-615148da754b" providerId="ADAL" clId="{572ECEEC-2C6C-43B1-A9A3-FE5C00C5F07A}" dt="2024-04-29T04:01:40.543" v="1924" actId="1076"/>
          <ac:picMkLst>
            <pc:docMk/>
            <pc:sldMk cId="3559306861" sldId="1763"/>
            <ac:picMk id="4" creationId="{B41779DE-3932-404F-B8BB-D41F15D7D720}"/>
          </ac:picMkLst>
        </pc:picChg>
      </pc:sldChg>
      <pc:sldChg chg="addSp delSp modSp mod">
        <pc:chgData name="Wimmer, Ethan" userId="fba856c3-0395-447d-8c5b-615148da754b" providerId="ADAL" clId="{572ECEEC-2C6C-43B1-A9A3-FE5C00C5F07A}" dt="2024-04-29T04:10:13.920" v="2112" actId="1076"/>
        <pc:sldMkLst>
          <pc:docMk/>
          <pc:sldMk cId="3244126880" sldId="1764"/>
        </pc:sldMkLst>
        <pc:spChg chg="del">
          <ac:chgData name="Wimmer, Ethan" userId="fba856c3-0395-447d-8c5b-615148da754b" providerId="ADAL" clId="{572ECEEC-2C6C-43B1-A9A3-FE5C00C5F07A}" dt="2024-04-29T00:49:21.301" v="126" actId="478"/>
          <ac:spMkLst>
            <pc:docMk/>
            <pc:sldMk cId="3244126880" sldId="1764"/>
            <ac:spMk id="5" creationId="{52A6BAD3-1BDA-42E9-B703-06DE76BC4E75}"/>
          </ac:spMkLst>
        </pc:spChg>
        <pc:spChg chg="add mod">
          <ac:chgData name="Wimmer, Ethan" userId="fba856c3-0395-447d-8c5b-615148da754b" providerId="ADAL" clId="{572ECEEC-2C6C-43B1-A9A3-FE5C00C5F07A}" dt="2024-04-29T04:10:09.799" v="2111" actId="1076"/>
          <ac:spMkLst>
            <pc:docMk/>
            <pc:sldMk cId="3244126880" sldId="1764"/>
            <ac:spMk id="7" creationId="{BB649CF6-A29D-451D-A22B-981B05A3D366}"/>
          </ac:spMkLst>
        </pc:spChg>
        <pc:picChg chg="add mod">
          <ac:chgData name="Wimmer, Ethan" userId="fba856c3-0395-447d-8c5b-615148da754b" providerId="ADAL" clId="{572ECEEC-2C6C-43B1-A9A3-FE5C00C5F07A}" dt="2024-04-29T04:10:13.920" v="2112" actId="1076"/>
          <ac:picMkLst>
            <pc:docMk/>
            <pc:sldMk cId="3244126880" sldId="1764"/>
            <ac:picMk id="4" creationId="{E36FDA94-AC5C-4F08-B26A-D2BCF5D133CD}"/>
          </ac:picMkLst>
        </pc:picChg>
        <pc:picChg chg="add del">
          <ac:chgData name="Wimmer, Ethan" userId="fba856c3-0395-447d-8c5b-615148da754b" providerId="ADAL" clId="{572ECEEC-2C6C-43B1-A9A3-FE5C00C5F07A}" dt="2024-04-29T01:09:49.842" v="174" actId="478"/>
          <ac:picMkLst>
            <pc:docMk/>
            <pc:sldMk cId="3244126880" sldId="1764"/>
            <ac:picMk id="6" creationId="{C302AADE-7B83-4259-AC94-F4AEE6413D25}"/>
          </ac:picMkLst>
        </pc:picChg>
      </pc:sldChg>
      <pc:sldChg chg="addSp delSp modSp mod">
        <pc:chgData name="Wimmer, Ethan" userId="fba856c3-0395-447d-8c5b-615148da754b" providerId="ADAL" clId="{572ECEEC-2C6C-43B1-A9A3-FE5C00C5F07A}" dt="2024-04-29T05:13:44.637" v="7675" actId="1076"/>
        <pc:sldMkLst>
          <pc:docMk/>
          <pc:sldMk cId="3724755365" sldId="1766"/>
        </pc:sldMkLst>
        <pc:spChg chg="del">
          <ac:chgData name="Wimmer, Ethan" userId="fba856c3-0395-447d-8c5b-615148da754b" providerId="ADAL" clId="{572ECEEC-2C6C-43B1-A9A3-FE5C00C5F07A}" dt="2024-04-29T05:01:10.412" v="6024" actId="478"/>
          <ac:spMkLst>
            <pc:docMk/>
            <pc:sldMk cId="3724755365" sldId="1766"/>
            <ac:spMk id="4" creationId="{4BF897B2-922C-4C0D-AE21-352DA2D6C755}"/>
          </ac:spMkLst>
        </pc:spChg>
        <pc:spChg chg="add del mod">
          <ac:chgData name="Wimmer, Ethan" userId="fba856c3-0395-447d-8c5b-615148da754b" providerId="ADAL" clId="{572ECEEC-2C6C-43B1-A9A3-FE5C00C5F07A}" dt="2024-04-29T05:02:15.534" v="6541"/>
          <ac:spMkLst>
            <pc:docMk/>
            <pc:sldMk cId="3724755365" sldId="1766"/>
            <ac:spMk id="5" creationId="{EE38D8EB-2A84-4DE9-9369-1C15A0505F38}"/>
          </ac:spMkLst>
        </pc:spChg>
        <pc:spChg chg="add mod">
          <ac:chgData name="Wimmer, Ethan" userId="fba856c3-0395-447d-8c5b-615148da754b" providerId="ADAL" clId="{572ECEEC-2C6C-43B1-A9A3-FE5C00C5F07A}" dt="2024-04-29T05:13:44.637" v="7675" actId="1076"/>
          <ac:spMkLst>
            <pc:docMk/>
            <pc:sldMk cId="3724755365" sldId="1766"/>
            <ac:spMk id="6" creationId="{601B40B8-690A-42B1-9A79-F2C14C286A60}"/>
          </ac:spMkLst>
        </pc:spChg>
        <pc:picChg chg="add del mod">
          <ac:chgData name="Wimmer, Ethan" userId="fba856c3-0395-447d-8c5b-615148da754b" providerId="ADAL" clId="{572ECEEC-2C6C-43B1-A9A3-FE5C00C5F07A}" dt="2024-04-29T05:13:37.620" v="7674" actId="478"/>
          <ac:picMkLst>
            <pc:docMk/>
            <pc:sldMk cId="3724755365" sldId="1766"/>
            <ac:picMk id="7" creationId="{2B613F93-2D41-4A98-974C-D5DF92C5FC37}"/>
          </ac:picMkLst>
        </pc:picChg>
      </pc:sldChg>
      <pc:sldChg chg="addSp delSp modSp mod">
        <pc:chgData name="Wimmer, Ethan" userId="fba856c3-0395-447d-8c5b-615148da754b" providerId="ADAL" clId="{572ECEEC-2C6C-43B1-A9A3-FE5C00C5F07A}" dt="2024-04-29T04:12:18.994" v="2122" actId="14100"/>
        <pc:sldMkLst>
          <pc:docMk/>
          <pc:sldMk cId="3496899224" sldId="1767"/>
        </pc:sldMkLst>
        <pc:spChg chg="del">
          <ac:chgData name="Wimmer, Ethan" userId="fba856c3-0395-447d-8c5b-615148da754b" providerId="ADAL" clId="{572ECEEC-2C6C-43B1-A9A3-FE5C00C5F07A}" dt="2024-04-29T01:03:41.085" v="152" actId="478"/>
          <ac:spMkLst>
            <pc:docMk/>
            <pc:sldMk cId="3496899224" sldId="1767"/>
            <ac:spMk id="5" creationId="{B58033E3-023E-4C26-BA80-D07F6F80B423}"/>
          </ac:spMkLst>
        </pc:spChg>
        <pc:picChg chg="add mod modCrop">
          <ac:chgData name="Wimmer, Ethan" userId="fba856c3-0395-447d-8c5b-615148da754b" providerId="ADAL" clId="{572ECEEC-2C6C-43B1-A9A3-FE5C00C5F07A}" dt="2024-04-29T01:10:34.354" v="184" actId="14100"/>
          <ac:picMkLst>
            <pc:docMk/>
            <pc:sldMk cId="3496899224" sldId="1767"/>
            <ac:picMk id="4" creationId="{49B9FEFD-402D-48DF-B133-0ED9BD9B4F15}"/>
          </ac:picMkLst>
        </pc:picChg>
        <pc:picChg chg="add mod">
          <ac:chgData name="Wimmer, Ethan" userId="fba856c3-0395-447d-8c5b-615148da754b" providerId="ADAL" clId="{572ECEEC-2C6C-43B1-A9A3-FE5C00C5F07A}" dt="2024-04-29T01:10:25.234" v="181" actId="14100"/>
          <ac:picMkLst>
            <pc:docMk/>
            <pc:sldMk cId="3496899224" sldId="1767"/>
            <ac:picMk id="6" creationId="{3E499AB1-EF7D-4512-9C04-EC5684B8B471}"/>
          </ac:picMkLst>
        </pc:picChg>
        <pc:picChg chg="add mod">
          <ac:chgData name="Wimmer, Ethan" userId="fba856c3-0395-447d-8c5b-615148da754b" providerId="ADAL" clId="{572ECEEC-2C6C-43B1-A9A3-FE5C00C5F07A}" dt="2024-04-29T01:11:11.803" v="195" actId="1076"/>
          <ac:picMkLst>
            <pc:docMk/>
            <pc:sldMk cId="3496899224" sldId="1767"/>
            <ac:picMk id="7" creationId="{EA179D92-40D6-41FE-9AE0-2133A48F1A18}"/>
          </ac:picMkLst>
        </pc:picChg>
        <pc:picChg chg="add del mod">
          <ac:chgData name="Wimmer, Ethan" userId="fba856c3-0395-447d-8c5b-615148da754b" providerId="ADAL" clId="{572ECEEC-2C6C-43B1-A9A3-FE5C00C5F07A}" dt="2024-04-29T04:11:18.764" v="2117" actId="478"/>
          <ac:picMkLst>
            <pc:docMk/>
            <pc:sldMk cId="3496899224" sldId="1767"/>
            <ac:picMk id="8" creationId="{43934E79-69DD-4EDE-A7C9-9DE4A4413F02}"/>
          </ac:picMkLst>
        </pc:picChg>
        <pc:picChg chg="add mod">
          <ac:chgData name="Wimmer, Ethan" userId="fba856c3-0395-447d-8c5b-615148da754b" providerId="ADAL" clId="{572ECEEC-2C6C-43B1-A9A3-FE5C00C5F07A}" dt="2024-04-29T04:12:18.994" v="2122" actId="14100"/>
          <ac:picMkLst>
            <pc:docMk/>
            <pc:sldMk cId="3496899224" sldId="1767"/>
            <ac:picMk id="9" creationId="{A547EF5E-79AB-45E4-AF2C-C8FD11BBBB72}"/>
          </ac:picMkLst>
        </pc:picChg>
      </pc:sldChg>
      <pc:sldChg chg="modSp mod">
        <pc:chgData name="Wimmer, Ethan" userId="fba856c3-0395-447d-8c5b-615148da754b" providerId="ADAL" clId="{572ECEEC-2C6C-43B1-A9A3-FE5C00C5F07A}" dt="2024-04-29T04:24:42.733" v="3056" actId="1076"/>
        <pc:sldMkLst>
          <pc:docMk/>
          <pc:sldMk cId="2207250787" sldId="1768"/>
        </pc:sldMkLst>
        <pc:spChg chg="mod">
          <ac:chgData name="Wimmer, Ethan" userId="fba856c3-0395-447d-8c5b-615148da754b" providerId="ADAL" clId="{572ECEEC-2C6C-43B1-A9A3-FE5C00C5F07A}" dt="2024-04-29T04:24:42.733" v="3056" actId="1076"/>
          <ac:spMkLst>
            <pc:docMk/>
            <pc:sldMk cId="2207250787" sldId="1768"/>
            <ac:spMk id="5" creationId="{B0251F3E-3723-410A-B325-7887959B2789}"/>
          </ac:spMkLst>
        </pc:spChg>
      </pc:sldChg>
      <pc:sldChg chg="addSp delSp modSp mod chgLayout">
        <pc:chgData name="Wimmer, Ethan" userId="fba856c3-0395-447d-8c5b-615148da754b" providerId="ADAL" clId="{572ECEEC-2C6C-43B1-A9A3-FE5C00C5F07A}" dt="2024-04-29T04:48:32.136" v="4879" actId="255"/>
        <pc:sldMkLst>
          <pc:docMk/>
          <pc:sldMk cId="3642456226" sldId="1769"/>
        </pc:sldMkLst>
        <pc:spChg chg="mod ord">
          <ac:chgData name="Wimmer, Ethan" userId="fba856c3-0395-447d-8c5b-615148da754b" providerId="ADAL" clId="{572ECEEC-2C6C-43B1-A9A3-FE5C00C5F07A}" dt="2024-04-29T04:43:25.106" v="4553" actId="6264"/>
          <ac:spMkLst>
            <pc:docMk/>
            <pc:sldMk cId="3642456226" sldId="1769"/>
            <ac:spMk id="2" creationId="{45903917-4A44-4F45-9C70-2175548570A4}"/>
          </ac:spMkLst>
        </pc:spChg>
        <pc:spChg chg="mod ord">
          <ac:chgData name="Wimmer, Ethan" userId="fba856c3-0395-447d-8c5b-615148da754b" providerId="ADAL" clId="{572ECEEC-2C6C-43B1-A9A3-FE5C00C5F07A}" dt="2024-04-29T04:43:25.106" v="4553" actId="6264"/>
          <ac:spMkLst>
            <pc:docMk/>
            <pc:sldMk cId="3642456226" sldId="1769"/>
            <ac:spMk id="3" creationId="{22337C60-68C8-4F0A-AF70-19931B14F2D3}"/>
          </ac:spMkLst>
        </pc:spChg>
        <pc:spChg chg="del">
          <ac:chgData name="Wimmer, Ethan" userId="fba856c3-0395-447d-8c5b-615148da754b" providerId="ADAL" clId="{572ECEEC-2C6C-43B1-A9A3-FE5C00C5F07A}" dt="2024-04-29T04:26:27.958" v="3061" actId="478"/>
          <ac:spMkLst>
            <pc:docMk/>
            <pc:sldMk cId="3642456226" sldId="1769"/>
            <ac:spMk id="5" creationId="{991EAD6F-3800-4944-962C-C84C7C3FE80F}"/>
          </ac:spMkLst>
        </pc:spChg>
        <pc:spChg chg="add del">
          <ac:chgData name="Wimmer, Ethan" userId="fba856c3-0395-447d-8c5b-615148da754b" providerId="ADAL" clId="{572ECEEC-2C6C-43B1-A9A3-FE5C00C5F07A}" dt="2024-04-29T04:29:15.734" v="3073" actId="22"/>
          <ac:spMkLst>
            <pc:docMk/>
            <pc:sldMk cId="3642456226" sldId="1769"/>
            <ac:spMk id="8" creationId="{3C44E895-34E3-4882-94B7-583F2F7BC91A}"/>
          </ac:spMkLst>
        </pc:spChg>
        <pc:spChg chg="add del mod">
          <ac:chgData name="Wimmer, Ethan" userId="fba856c3-0395-447d-8c5b-615148da754b" providerId="ADAL" clId="{572ECEEC-2C6C-43B1-A9A3-FE5C00C5F07A}" dt="2024-04-29T04:47:28.386" v="4867" actId="478"/>
          <ac:spMkLst>
            <pc:docMk/>
            <pc:sldMk cId="3642456226" sldId="1769"/>
            <ac:spMk id="9" creationId="{76ACDE79-FA74-47B6-91E8-C0051CF97235}"/>
          </ac:spMkLst>
        </pc:spChg>
        <pc:spChg chg="add del mod">
          <ac:chgData name="Wimmer, Ethan" userId="fba856c3-0395-447d-8c5b-615148da754b" providerId="ADAL" clId="{572ECEEC-2C6C-43B1-A9A3-FE5C00C5F07A}" dt="2024-04-29T04:43:25.106" v="4553" actId="6264"/>
          <ac:spMkLst>
            <pc:docMk/>
            <pc:sldMk cId="3642456226" sldId="1769"/>
            <ac:spMk id="12" creationId="{D4106720-ED0F-4AC8-9518-F145FC2FB65E}"/>
          </ac:spMkLst>
        </pc:spChg>
        <pc:spChg chg="add del mod">
          <ac:chgData name="Wimmer, Ethan" userId="fba856c3-0395-447d-8c5b-615148da754b" providerId="ADAL" clId="{572ECEEC-2C6C-43B1-A9A3-FE5C00C5F07A}" dt="2024-04-29T04:43:25.106" v="4553" actId="6264"/>
          <ac:spMkLst>
            <pc:docMk/>
            <pc:sldMk cId="3642456226" sldId="1769"/>
            <ac:spMk id="13" creationId="{1CAD6FAB-5F94-4D2E-BEA6-EE04D7954129}"/>
          </ac:spMkLst>
        </pc:spChg>
        <pc:spChg chg="add del mod">
          <ac:chgData name="Wimmer, Ethan" userId="fba856c3-0395-447d-8c5b-615148da754b" providerId="ADAL" clId="{572ECEEC-2C6C-43B1-A9A3-FE5C00C5F07A}" dt="2024-04-29T04:44:00.034" v="4583" actId="478"/>
          <ac:spMkLst>
            <pc:docMk/>
            <pc:sldMk cId="3642456226" sldId="1769"/>
            <ac:spMk id="14" creationId="{752FF371-E8E6-402D-B7AD-11B10084E3AA}"/>
          </ac:spMkLst>
        </pc:spChg>
        <pc:spChg chg="add mod">
          <ac:chgData name="Wimmer, Ethan" userId="fba856c3-0395-447d-8c5b-615148da754b" providerId="ADAL" clId="{572ECEEC-2C6C-43B1-A9A3-FE5C00C5F07A}" dt="2024-04-29T04:48:32.136" v="4879" actId="255"/>
          <ac:spMkLst>
            <pc:docMk/>
            <pc:sldMk cId="3642456226" sldId="1769"/>
            <ac:spMk id="15" creationId="{8AD4E3BE-3B5C-494E-A77D-F2F3452F0BA6}"/>
          </ac:spMkLst>
        </pc:spChg>
        <pc:picChg chg="add del mod">
          <ac:chgData name="Wimmer, Ethan" userId="fba856c3-0395-447d-8c5b-615148da754b" providerId="ADAL" clId="{572ECEEC-2C6C-43B1-A9A3-FE5C00C5F07A}" dt="2024-04-29T04:27:07.474" v="3066" actId="478"/>
          <ac:picMkLst>
            <pc:docMk/>
            <pc:sldMk cId="3642456226" sldId="1769"/>
            <ac:picMk id="4" creationId="{86E107A6-7088-43DF-B2F9-F695524C3AFA}"/>
          </ac:picMkLst>
        </pc:picChg>
        <pc:picChg chg="add del mod">
          <ac:chgData name="Wimmer, Ethan" userId="fba856c3-0395-447d-8c5b-615148da754b" providerId="ADAL" clId="{572ECEEC-2C6C-43B1-A9A3-FE5C00C5F07A}" dt="2024-04-29T04:34:47.119" v="3968" actId="478"/>
          <ac:picMkLst>
            <pc:docMk/>
            <pc:sldMk cId="3642456226" sldId="1769"/>
            <ac:picMk id="6" creationId="{CFF1B09C-FC96-48EC-950F-DEE55B49AA7B}"/>
          </ac:picMkLst>
        </pc:picChg>
        <pc:picChg chg="add del mod">
          <ac:chgData name="Wimmer, Ethan" userId="fba856c3-0395-447d-8c5b-615148da754b" providerId="ADAL" clId="{572ECEEC-2C6C-43B1-A9A3-FE5C00C5F07A}" dt="2024-04-29T04:47:29.338" v="4868" actId="478"/>
          <ac:picMkLst>
            <pc:docMk/>
            <pc:sldMk cId="3642456226" sldId="1769"/>
            <ac:picMk id="10" creationId="{6F4424CE-62AB-4EC9-AB6C-74341E28514C}"/>
          </ac:picMkLst>
        </pc:picChg>
        <pc:picChg chg="add del mod">
          <ac:chgData name="Wimmer, Ethan" userId="fba856c3-0395-447d-8c5b-615148da754b" providerId="ADAL" clId="{572ECEEC-2C6C-43B1-A9A3-FE5C00C5F07A}" dt="2024-04-29T04:43:27.185" v="4557"/>
          <ac:picMkLst>
            <pc:docMk/>
            <pc:sldMk cId="3642456226" sldId="1769"/>
            <ac:picMk id="11" creationId="{C29D3730-001E-4370-997F-AEFFFBF19072}"/>
          </ac:picMkLst>
        </pc:picChg>
        <pc:picChg chg="add mod">
          <ac:chgData name="Wimmer, Ethan" userId="fba856c3-0395-447d-8c5b-615148da754b" providerId="ADAL" clId="{572ECEEC-2C6C-43B1-A9A3-FE5C00C5F07A}" dt="2024-04-29T04:48:03.256" v="4876" actId="14100"/>
          <ac:picMkLst>
            <pc:docMk/>
            <pc:sldMk cId="3642456226" sldId="1769"/>
            <ac:picMk id="16" creationId="{AB67281A-D9E4-40CB-99C6-98C1280D0085}"/>
          </ac:picMkLst>
        </pc:picChg>
      </pc:sldChg>
      <pc:sldChg chg="addSp delSp modSp mod">
        <pc:chgData name="Wimmer, Ethan" userId="fba856c3-0395-447d-8c5b-615148da754b" providerId="ADAL" clId="{572ECEEC-2C6C-43B1-A9A3-FE5C00C5F07A}" dt="2024-04-29T05:01:00.272" v="6023" actId="1076"/>
        <pc:sldMkLst>
          <pc:docMk/>
          <pc:sldMk cId="970085170" sldId="1770"/>
        </pc:sldMkLst>
        <pc:spChg chg="add del mod">
          <ac:chgData name="Wimmer, Ethan" userId="fba856c3-0395-447d-8c5b-615148da754b" providerId="ADAL" clId="{572ECEEC-2C6C-43B1-A9A3-FE5C00C5F07A}" dt="2024-04-29T04:44:08.991" v="4587"/>
          <ac:spMkLst>
            <pc:docMk/>
            <pc:sldMk cId="970085170" sldId="1770"/>
            <ac:spMk id="4" creationId="{89B61A57-26EE-474C-B227-FBB5CF744CB3}"/>
          </ac:spMkLst>
        </pc:spChg>
        <pc:spChg chg="del">
          <ac:chgData name="Wimmer, Ethan" userId="fba856c3-0395-447d-8c5b-615148da754b" providerId="ADAL" clId="{572ECEEC-2C6C-43B1-A9A3-FE5C00C5F07A}" dt="2024-04-29T04:48:59.082" v="4881" actId="478"/>
          <ac:spMkLst>
            <pc:docMk/>
            <pc:sldMk cId="970085170" sldId="1770"/>
            <ac:spMk id="5" creationId="{CA5035E6-02CE-4C96-A7E4-C8F27C37122E}"/>
          </ac:spMkLst>
        </pc:spChg>
        <pc:spChg chg="add del mod">
          <ac:chgData name="Wimmer, Ethan" userId="fba856c3-0395-447d-8c5b-615148da754b" providerId="ADAL" clId="{572ECEEC-2C6C-43B1-A9A3-FE5C00C5F07A}" dt="2024-04-29T04:48:47.294" v="4880" actId="21"/>
          <ac:spMkLst>
            <pc:docMk/>
            <pc:sldMk cId="970085170" sldId="1770"/>
            <ac:spMk id="6" creationId="{3B483582-E060-49CC-9517-FD3C568C82B0}"/>
          </ac:spMkLst>
        </pc:spChg>
        <pc:spChg chg="add mod">
          <ac:chgData name="Wimmer, Ethan" userId="fba856c3-0395-447d-8c5b-615148da754b" providerId="ADAL" clId="{572ECEEC-2C6C-43B1-A9A3-FE5C00C5F07A}" dt="2024-04-29T05:01:00.272" v="6023" actId="1076"/>
          <ac:spMkLst>
            <pc:docMk/>
            <pc:sldMk cId="970085170" sldId="1770"/>
            <ac:spMk id="8" creationId="{706ABDF6-05CC-4067-AB4A-DDFEE3BBDCE6}"/>
          </ac:spMkLst>
        </pc:spChg>
        <pc:picChg chg="add del">
          <ac:chgData name="Wimmer, Ethan" userId="fba856c3-0395-447d-8c5b-615148da754b" providerId="ADAL" clId="{572ECEEC-2C6C-43B1-A9A3-FE5C00C5F07A}" dt="2024-04-29T04:49:47.287" v="4883" actId="478"/>
          <ac:picMkLst>
            <pc:docMk/>
            <pc:sldMk cId="970085170" sldId="1770"/>
            <ac:picMk id="7" creationId="{209A6D07-BFE8-454B-B051-C5F37BEE8CF4}"/>
          </ac:picMkLst>
        </pc:picChg>
      </pc:sldChg>
      <pc:sldChg chg="addSp delSp modSp add mod">
        <pc:chgData name="Wimmer, Ethan" userId="fba856c3-0395-447d-8c5b-615148da754b" providerId="ADAL" clId="{572ECEEC-2C6C-43B1-A9A3-FE5C00C5F07A}" dt="2024-04-29T04:10:39.456" v="2116" actId="1076"/>
        <pc:sldMkLst>
          <pc:docMk/>
          <pc:sldMk cId="2235805019" sldId="1771"/>
        </pc:sldMkLst>
        <pc:spChg chg="mod">
          <ac:chgData name="Wimmer, Ethan" userId="fba856c3-0395-447d-8c5b-615148da754b" providerId="ADAL" clId="{572ECEEC-2C6C-43B1-A9A3-FE5C00C5F07A}" dt="2024-04-29T01:13:35.349" v="203" actId="20577"/>
          <ac:spMkLst>
            <pc:docMk/>
            <pc:sldMk cId="2235805019" sldId="1771"/>
            <ac:spMk id="2" creationId="{45903917-4A44-4F45-9C70-2175548570A4}"/>
          </ac:spMkLst>
        </pc:spChg>
        <pc:picChg chg="del">
          <ac:chgData name="Wimmer, Ethan" userId="fba856c3-0395-447d-8c5b-615148da754b" providerId="ADAL" clId="{572ECEEC-2C6C-43B1-A9A3-FE5C00C5F07A}" dt="2024-04-29T01:12:51.830" v="198" actId="478"/>
          <ac:picMkLst>
            <pc:docMk/>
            <pc:sldMk cId="2235805019" sldId="1771"/>
            <ac:picMk id="4" creationId="{49B9FEFD-402D-48DF-B133-0ED9BD9B4F15}"/>
          </ac:picMkLst>
        </pc:picChg>
        <pc:picChg chg="add mod">
          <ac:chgData name="Wimmer, Ethan" userId="fba856c3-0395-447d-8c5b-615148da754b" providerId="ADAL" clId="{572ECEEC-2C6C-43B1-A9A3-FE5C00C5F07A}" dt="2024-04-29T04:10:33.777" v="2114" actId="1076"/>
          <ac:picMkLst>
            <pc:docMk/>
            <pc:sldMk cId="2235805019" sldId="1771"/>
            <ac:picMk id="5" creationId="{AB9ACF9B-098B-48A5-B04F-09D6A89FC1A7}"/>
          </ac:picMkLst>
        </pc:picChg>
        <pc:picChg chg="del">
          <ac:chgData name="Wimmer, Ethan" userId="fba856c3-0395-447d-8c5b-615148da754b" providerId="ADAL" clId="{572ECEEC-2C6C-43B1-A9A3-FE5C00C5F07A}" dt="2024-04-29T01:12:53.678" v="199" actId="478"/>
          <ac:picMkLst>
            <pc:docMk/>
            <pc:sldMk cId="2235805019" sldId="1771"/>
            <ac:picMk id="6" creationId="{3E499AB1-EF7D-4512-9C04-EC5684B8B471}"/>
          </ac:picMkLst>
        </pc:picChg>
        <pc:picChg chg="del">
          <ac:chgData name="Wimmer, Ethan" userId="fba856c3-0395-447d-8c5b-615148da754b" providerId="ADAL" clId="{572ECEEC-2C6C-43B1-A9A3-FE5C00C5F07A}" dt="2024-04-29T01:13:22.651" v="202" actId="478"/>
          <ac:picMkLst>
            <pc:docMk/>
            <pc:sldMk cId="2235805019" sldId="1771"/>
            <ac:picMk id="7" creationId="{EA179D92-40D6-41FE-9AE0-2133A48F1A18}"/>
          </ac:picMkLst>
        </pc:picChg>
        <pc:picChg chg="del">
          <ac:chgData name="Wimmer, Ethan" userId="fba856c3-0395-447d-8c5b-615148da754b" providerId="ADAL" clId="{572ECEEC-2C6C-43B1-A9A3-FE5C00C5F07A}" dt="2024-04-29T01:13:21.047" v="201" actId="478"/>
          <ac:picMkLst>
            <pc:docMk/>
            <pc:sldMk cId="2235805019" sldId="1771"/>
            <ac:picMk id="8" creationId="{43934E79-69DD-4EDE-A7C9-9DE4A4413F02}"/>
          </ac:picMkLst>
        </pc:picChg>
        <pc:picChg chg="add mod">
          <ac:chgData name="Wimmer, Ethan" userId="fba856c3-0395-447d-8c5b-615148da754b" providerId="ADAL" clId="{572ECEEC-2C6C-43B1-A9A3-FE5C00C5F07A}" dt="2024-04-29T04:10:31.936" v="2113" actId="1076"/>
          <ac:picMkLst>
            <pc:docMk/>
            <pc:sldMk cId="2235805019" sldId="1771"/>
            <ac:picMk id="9" creationId="{44DB3F8E-2E80-4EC3-AF1E-6CBD6342F9C8}"/>
          </ac:picMkLst>
        </pc:picChg>
        <pc:picChg chg="add mod">
          <ac:chgData name="Wimmer, Ethan" userId="fba856c3-0395-447d-8c5b-615148da754b" providerId="ADAL" clId="{572ECEEC-2C6C-43B1-A9A3-FE5C00C5F07A}" dt="2024-04-29T04:10:39.456" v="2116" actId="1076"/>
          <ac:picMkLst>
            <pc:docMk/>
            <pc:sldMk cId="2235805019" sldId="1771"/>
            <ac:picMk id="10" creationId="{1DA5EF59-14EB-43F5-BE78-CD0A1704E815}"/>
          </ac:picMkLst>
        </pc:picChg>
        <pc:picChg chg="add mod">
          <ac:chgData name="Wimmer, Ethan" userId="fba856c3-0395-447d-8c5b-615148da754b" providerId="ADAL" clId="{572ECEEC-2C6C-43B1-A9A3-FE5C00C5F07A}" dt="2024-04-29T04:10:37.080" v="2115" actId="1076"/>
          <ac:picMkLst>
            <pc:docMk/>
            <pc:sldMk cId="2235805019" sldId="1771"/>
            <ac:picMk id="11" creationId="{9E635D6F-1770-412C-93AC-1C9513B74CD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3408"/>
          </a:xfrm>
          <a:prstGeom prst="rect">
            <a:avLst/>
          </a:prstGeom>
        </p:spPr>
        <p:txBody>
          <a:bodyPr vert="horz" lIns="92830" tIns="46415" rIns="92830" bIns="46415" rtlCol="0"/>
          <a:lstStyle>
            <a:lvl1pPr algn="l">
              <a:defRPr sz="1200"/>
            </a:lvl1pPr>
          </a:lstStyle>
          <a:p>
            <a:endParaRPr lang="en-US" dirty="0"/>
          </a:p>
        </p:txBody>
      </p:sp>
      <p:sp>
        <p:nvSpPr>
          <p:cNvPr id="3" name="Date Placeholder 2"/>
          <p:cNvSpPr>
            <a:spLocks noGrp="1"/>
          </p:cNvSpPr>
          <p:nvPr>
            <p:ph type="dt" idx="1"/>
          </p:nvPr>
        </p:nvSpPr>
        <p:spPr>
          <a:xfrm>
            <a:off x="3970938" y="0"/>
            <a:ext cx="3037840" cy="463408"/>
          </a:xfrm>
          <a:prstGeom prst="rect">
            <a:avLst/>
          </a:prstGeom>
        </p:spPr>
        <p:txBody>
          <a:bodyPr vert="horz" lIns="92830" tIns="46415" rIns="92830" bIns="46415" rtlCol="0"/>
          <a:lstStyle>
            <a:lvl1pPr algn="r">
              <a:defRPr sz="1200"/>
            </a:lvl1pPr>
          </a:lstStyle>
          <a:p>
            <a:fld id="{2A3550D9-BF6E-4F31-9582-3576DEA46656}" type="datetimeFigureOut">
              <a:rPr lang="en-US" smtClean="0"/>
              <a:t>4/28/2024</a:t>
            </a:fld>
            <a:endParaRPr lang="en-US" dirty="0"/>
          </a:p>
        </p:txBody>
      </p:sp>
      <p:sp>
        <p:nvSpPr>
          <p:cNvPr id="4" name="Slide Image Placeholder 3"/>
          <p:cNvSpPr>
            <a:spLocks noGrp="1" noRot="1" noChangeAspect="1"/>
          </p:cNvSpPr>
          <p:nvPr>
            <p:ph type="sldImg" idx="2"/>
          </p:nvPr>
        </p:nvSpPr>
        <p:spPr>
          <a:xfrm>
            <a:off x="733425" y="1154113"/>
            <a:ext cx="5543550" cy="3117850"/>
          </a:xfrm>
          <a:prstGeom prst="rect">
            <a:avLst/>
          </a:prstGeom>
          <a:noFill/>
          <a:ln w="12700">
            <a:solidFill>
              <a:prstClr val="black"/>
            </a:solidFill>
          </a:ln>
        </p:spPr>
        <p:txBody>
          <a:bodyPr vert="horz" lIns="92830" tIns="46415" rIns="92830" bIns="46415" rtlCol="0" anchor="ctr"/>
          <a:lstStyle/>
          <a:p>
            <a:endParaRPr lang="en-US" dirty="0"/>
          </a:p>
        </p:txBody>
      </p:sp>
      <p:sp>
        <p:nvSpPr>
          <p:cNvPr id="5" name="Notes Placeholder 4"/>
          <p:cNvSpPr>
            <a:spLocks noGrp="1"/>
          </p:cNvSpPr>
          <p:nvPr>
            <p:ph type="body" sz="quarter" idx="3"/>
          </p:nvPr>
        </p:nvSpPr>
        <p:spPr>
          <a:xfrm>
            <a:off x="701040" y="4444861"/>
            <a:ext cx="5608320" cy="3636705"/>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37840" cy="463407"/>
          </a:xfrm>
          <a:prstGeom prst="rect">
            <a:avLst/>
          </a:prstGeom>
        </p:spPr>
        <p:txBody>
          <a:bodyPr vert="horz" lIns="92830" tIns="46415" rIns="92830" bIns="46415"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772669"/>
            <a:ext cx="3037840" cy="463407"/>
          </a:xfrm>
          <a:prstGeom prst="rect">
            <a:avLst/>
          </a:prstGeom>
        </p:spPr>
        <p:txBody>
          <a:bodyPr vert="horz" lIns="92830" tIns="46415" rIns="92830" bIns="46415" rtlCol="0" anchor="b"/>
          <a:lstStyle>
            <a:lvl1pPr algn="r">
              <a:defRPr sz="1200"/>
            </a:lvl1pPr>
          </a:lstStyle>
          <a:p>
            <a:fld id="{280951A7-07F6-4364-BBCF-C94AD55D4C26}" type="slidenum">
              <a:rPr lang="en-US" smtClean="0"/>
              <a:t>‹#›</a:t>
            </a:fld>
            <a:endParaRPr lang="en-US" dirty="0"/>
          </a:p>
        </p:txBody>
      </p:sp>
    </p:spTree>
    <p:extLst>
      <p:ext uri="{BB962C8B-B14F-4D97-AF65-F5344CB8AC3E}">
        <p14:creationId xmlns:p14="http://schemas.microsoft.com/office/powerpoint/2010/main" val="1056056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0951A7-07F6-4364-BBCF-C94AD55D4C26}" type="slidenum">
              <a:rPr lang="en-US" smtClean="0"/>
              <a:t>6</a:t>
            </a:fld>
            <a:endParaRPr lang="en-US" dirty="0"/>
          </a:p>
        </p:txBody>
      </p:sp>
    </p:spTree>
    <p:extLst>
      <p:ext uri="{BB962C8B-B14F-4D97-AF65-F5344CB8AC3E}">
        <p14:creationId xmlns:p14="http://schemas.microsoft.com/office/powerpoint/2010/main" val="1999614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CCBEF-5925-4BA4-9576-141E1120EB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457905-851C-49EB-8415-1BDCE4E83B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40C851-D45E-44DD-A99C-F0B807F257D2}"/>
              </a:ext>
            </a:extLst>
          </p:cNvPr>
          <p:cNvSpPr>
            <a:spLocks noGrp="1"/>
          </p:cNvSpPr>
          <p:nvPr>
            <p:ph type="dt" sz="half" idx="10"/>
          </p:nvPr>
        </p:nvSpPr>
        <p:spPr/>
        <p:txBody>
          <a:bodyPr/>
          <a:lstStyle/>
          <a:p>
            <a:fld id="{FD943564-CE1E-4BFC-881A-6DF3207F0225}" type="datetime1">
              <a:rPr lang="en-US" smtClean="0"/>
              <a:t>4/28/2024</a:t>
            </a:fld>
            <a:endParaRPr lang="en-US" dirty="0"/>
          </a:p>
        </p:txBody>
      </p:sp>
      <p:sp>
        <p:nvSpPr>
          <p:cNvPr id="5" name="Footer Placeholder 4">
            <a:extLst>
              <a:ext uri="{FF2B5EF4-FFF2-40B4-BE49-F238E27FC236}">
                <a16:creationId xmlns:a16="http://schemas.microsoft.com/office/drawing/2014/main" id="{239E2BD8-3864-4B2C-8EEE-A81DCE335C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430DE77-3FB1-4FC4-A77D-A1193E695844}"/>
              </a:ext>
            </a:extLst>
          </p:cNvPr>
          <p:cNvSpPr>
            <a:spLocks noGrp="1"/>
          </p:cNvSpPr>
          <p:nvPr>
            <p:ph type="sldNum" sz="quarter" idx="12"/>
          </p:nvPr>
        </p:nvSpPr>
        <p:spPr/>
        <p:txBody>
          <a:bodyPr/>
          <a:lstStyle/>
          <a:p>
            <a:fld id="{12602B47-B449-43DE-ADBE-20C7CD761B14}" type="slidenum">
              <a:rPr lang="en-US" smtClean="0"/>
              <a:t>‹#›</a:t>
            </a:fld>
            <a:endParaRPr lang="en-US" dirty="0"/>
          </a:p>
        </p:txBody>
      </p:sp>
    </p:spTree>
    <p:extLst>
      <p:ext uri="{BB962C8B-B14F-4D97-AF65-F5344CB8AC3E}">
        <p14:creationId xmlns:p14="http://schemas.microsoft.com/office/powerpoint/2010/main" val="1069356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10FCA-2C09-4973-BAF2-1959BD60A5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943FBD-F5CD-4E2A-9569-B4257FA76A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F3DD48-EC1D-498C-9FA2-88D5E0F07F01}"/>
              </a:ext>
            </a:extLst>
          </p:cNvPr>
          <p:cNvSpPr>
            <a:spLocks noGrp="1"/>
          </p:cNvSpPr>
          <p:nvPr>
            <p:ph type="dt" sz="half" idx="10"/>
          </p:nvPr>
        </p:nvSpPr>
        <p:spPr/>
        <p:txBody>
          <a:bodyPr/>
          <a:lstStyle/>
          <a:p>
            <a:fld id="{B0FF7A73-6C3D-4F7F-9924-AE80D5C02874}" type="datetime1">
              <a:rPr lang="en-US" smtClean="0"/>
              <a:t>4/28/2024</a:t>
            </a:fld>
            <a:endParaRPr lang="en-US" dirty="0"/>
          </a:p>
        </p:txBody>
      </p:sp>
      <p:sp>
        <p:nvSpPr>
          <p:cNvPr id="5" name="Footer Placeholder 4">
            <a:extLst>
              <a:ext uri="{FF2B5EF4-FFF2-40B4-BE49-F238E27FC236}">
                <a16:creationId xmlns:a16="http://schemas.microsoft.com/office/drawing/2014/main" id="{55A77911-2447-497A-876F-18EA35418F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5D79E0C-3DD9-4BB2-A495-E8924BBDCEC4}"/>
              </a:ext>
            </a:extLst>
          </p:cNvPr>
          <p:cNvSpPr>
            <a:spLocks noGrp="1"/>
          </p:cNvSpPr>
          <p:nvPr>
            <p:ph type="sldNum" sz="quarter" idx="12"/>
          </p:nvPr>
        </p:nvSpPr>
        <p:spPr/>
        <p:txBody>
          <a:bodyPr/>
          <a:lstStyle/>
          <a:p>
            <a:fld id="{12602B47-B449-43DE-ADBE-20C7CD761B14}" type="slidenum">
              <a:rPr lang="en-US" smtClean="0"/>
              <a:t>‹#›</a:t>
            </a:fld>
            <a:endParaRPr lang="en-US" dirty="0"/>
          </a:p>
        </p:txBody>
      </p:sp>
    </p:spTree>
    <p:extLst>
      <p:ext uri="{BB962C8B-B14F-4D97-AF65-F5344CB8AC3E}">
        <p14:creationId xmlns:p14="http://schemas.microsoft.com/office/powerpoint/2010/main" val="2446014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31FCB-47CA-444A-8609-A26325CC20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47D115-E694-49CB-A60E-D2945D761E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610150-229E-4BC3-B158-3915FFA393C9}"/>
              </a:ext>
            </a:extLst>
          </p:cNvPr>
          <p:cNvSpPr>
            <a:spLocks noGrp="1"/>
          </p:cNvSpPr>
          <p:nvPr>
            <p:ph type="dt" sz="half" idx="10"/>
          </p:nvPr>
        </p:nvSpPr>
        <p:spPr/>
        <p:txBody>
          <a:bodyPr/>
          <a:lstStyle/>
          <a:p>
            <a:fld id="{DB5C5CA2-F5B3-4FB1-9613-89A98276C5C0}" type="datetime1">
              <a:rPr lang="en-US" smtClean="0"/>
              <a:t>4/28/2024</a:t>
            </a:fld>
            <a:endParaRPr lang="en-US" dirty="0"/>
          </a:p>
        </p:txBody>
      </p:sp>
      <p:sp>
        <p:nvSpPr>
          <p:cNvPr id="5" name="Footer Placeholder 4">
            <a:extLst>
              <a:ext uri="{FF2B5EF4-FFF2-40B4-BE49-F238E27FC236}">
                <a16:creationId xmlns:a16="http://schemas.microsoft.com/office/drawing/2014/main" id="{8EC2231E-7799-400E-847B-292577A15F4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C778BEF-0B64-4945-99D4-DFDC6B39EF11}"/>
              </a:ext>
            </a:extLst>
          </p:cNvPr>
          <p:cNvSpPr>
            <a:spLocks noGrp="1"/>
          </p:cNvSpPr>
          <p:nvPr>
            <p:ph type="sldNum" sz="quarter" idx="12"/>
          </p:nvPr>
        </p:nvSpPr>
        <p:spPr/>
        <p:txBody>
          <a:bodyPr/>
          <a:lstStyle/>
          <a:p>
            <a:fld id="{12602B47-B449-43DE-ADBE-20C7CD761B14}" type="slidenum">
              <a:rPr lang="en-US" smtClean="0"/>
              <a:t>‹#›</a:t>
            </a:fld>
            <a:endParaRPr lang="en-US" dirty="0"/>
          </a:p>
        </p:txBody>
      </p:sp>
    </p:spTree>
    <p:extLst>
      <p:ext uri="{BB962C8B-B14F-4D97-AF65-F5344CB8AC3E}">
        <p14:creationId xmlns:p14="http://schemas.microsoft.com/office/powerpoint/2010/main" val="245048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F9687-949E-4F36-A6C6-693D1F1333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D3C700-0CD6-4916-AE85-F6002A37BF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FF1794-E69A-4322-B7FC-0336C780DA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CD5B64-22B1-4838-AFA6-9479523183F2}"/>
              </a:ext>
            </a:extLst>
          </p:cNvPr>
          <p:cNvSpPr>
            <a:spLocks noGrp="1"/>
          </p:cNvSpPr>
          <p:nvPr>
            <p:ph type="dt" sz="half" idx="10"/>
          </p:nvPr>
        </p:nvSpPr>
        <p:spPr/>
        <p:txBody>
          <a:bodyPr/>
          <a:lstStyle/>
          <a:p>
            <a:fld id="{A38F470B-1A94-4C2A-B5B6-7CAA9F9C2D66}" type="datetime1">
              <a:rPr lang="en-US" smtClean="0"/>
              <a:t>4/28/2024</a:t>
            </a:fld>
            <a:endParaRPr lang="en-US" dirty="0"/>
          </a:p>
        </p:txBody>
      </p:sp>
      <p:sp>
        <p:nvSpPr>
          <p:cNvPr id="6" name="Footer Placeholder 5">
            <a:extLst>
              <a:ext uri="{FF2B5EF4-FFF2-40B4-BE49-F238E27FC236}">
                <a16:creationId xmlns:a16="http://schemas.microsoft.com/office/drawing/2014/main" id="{0A62C1DC-ECF1-4DF9-AFD3-50CD5DF11E0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6E0388C-84C9-4F9B-B746-49D324513448}"/>
              </a:ext>
            </a:extLst>
          </p:cNvPr>
          <p:cNvSpPr>
            <a:spLocks noGrp="1"/>
          </p:cNvSpPr>
          <p:nvPr>
            <p:ph type="sldNum" sz="quarter" idx="12"/>
          </p:nvPr>
        </p:nvSpPr>
        <p:spPr/>
        <p:txBody>
          <a:bodyPr/>
          <a:lstStyle/>
          <a:p>
            <a:fld id="{12602B47-B449-43DE-ADBE-20C7CD761B14}" type="slidenum">
              <a:rPr lang="en-US" smtClean="0"/>
              <a:t>‹#›</a:t>
            </a:fld>
            <a:endParaRPr lang="en-US" dirty="0"/>
          </a:p>
        </p:txBody>
      </p:sp>
    </p:spTree>
    <p:extLst>
      <p:ext uri="{BB962C8B-B14F-4D97-AF65-F5344CB8AC3E}">
        <p14:creationId xmlns:p14="http://schemas.microsoft.com/office/powerpoint/2010/main" val="3113590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418A2-BC67-4FD4-9515-18475136A90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86896BF-964C-45AE-A3D3-7911A0C05A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D1ED8F-82FF-4F2B-9E57-FC555B63F1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BB55FE-617A-4A36-9077-34E96F6BA3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E4AE19-C950-478A-9AAE-33DD9717AC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DBC858-B2F5-430C-A2B0-45B805D85A4B}"/>
              </a:ext>
            </a:extLst>
          </p:cNvPr>
          <p:cNvSpPr>
            <a:spLocks noGrp="1"/>
          </p:cNvSpPr>
          <p:nvPr>
            <p:ph type="dt" sz="half" idx="10"/>
          </p:nvPr>
        </p:nvSpPr>
        <p:spPr/>
        <p:txBody>
          <a:bodyPr/>
          <a:lstStyle/>
          <a:p>
            <a:fld id="{21578EDF-3A51-4A90-879E-7965A8E30A70}" type="datetime1">
              <a:rPr lang="en-US" smtClean="0"/>
              <a:t>4/28/2024</a:t>
            </a:fld>
            <a:endParaRPr lang="en-US" dirty="0"/>
          </a:p>
        </p:txBody>
      </p:sp>
      <p:sp>
        <p:nvSpPr>
          <p:cNvPr id="8" name="Footer Placeholder 7">
            <a:extLst>
              <a:ext uri="{FF2B5EF4-FFF2-40B4-BE49-F238E27FC236}">
                <a16:creationId xmlns:a16="http://schemas.microsoft.com/office/drawing/2014/main" id="{905DD13C-098E-48FD-836C-378FE7557CB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A4EBF17-B606-477F-8B0E-9AEB6016E5E3}"/>
              </a:ext>
            </a:extLst>
          </p:cNvPr>
          <p:cNvSpPr>
            <a:spLocks noGrp="1"/>
          </p:cNvSpPr>
          <p:nvPr>
            <p:ph type="sldNum" sz="quarter" idx="12"/>
          </p:nvPr>
        </p:nvSpPr>
        <p:spPr/>
        <p:txBody>
          <a:bodyPr/>
          <a:lstStyle/>
          <a:p>
            <a:fld id="{12602B47-B449-43DE-ADBE-20C7CD761B14}" type="slidenum">
              <a:rPr lang="en-US" smtClean="0"/>
              <a:t>‹#›</a:t>
            </a:fld>
            <a:endParaRPr lang="en-US" dirty="0"/>
          </a:p>
        </p:txBody>
      </p:sp>
    </p:spTree>
    <p:extLst>
      <p:ext uri="{BB962C8B-B14F-4D97-AF65-F5344CB8AC3E}">
        <p14:creationId xmlns:p14="http://schemas.microsoft.com/office/powerpoint/2010/main" val="3788602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4DBDA-90D8-4999-8517-3FEAC9E277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55213CA-58D4-4456-9E15-72AA02329599}"/>
              </a:ext>
            </a:extLst>
          </p:cNvPr>
          <p:cNvSpPr>
            <a:spLocks noGrp="1"/>
          </p:cNvSpPr>
          <p:nvPr>
            <p:ph type="dt" sz="half" idx="10"/>
          </p:nvPr>
        </p:nvSpPr>
        <p:spPr/>
        <p:txBody>
          <a:bodyPr/>
          <a:lstStyle/>
          <a:p>
            <a:fld id="{62A156C6-C6BA-4534-9F43-5DB798CB7253}" type="datetime1">
              <a:rPr lang="en-US" smtClean="0"/>
              <a:t>4/28/2024</a:t>
            </a:fld>
            <a:endParaRPr lang="en-US" dirty="0"/>
          </a:p>
        </p:txBody>
      </p:sp>
      <p:sp>
        <p:nvSpPr>
          <p:cNvPr id="4" name="Footer Placeholder 3">
            <a:extLst>
              <a:ext uri="{FF2B5EF4-FFF2-40B4-BE49-F238E27FC236}">
                <a16:creationId xmlns:a16="http://schemas.microsoft.com/office/drawing/2014/main" id="{AD8FA795-F7E7-44D1-92E5-1C406819508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6E8D112-8AC2-403F-9800-7407AB54B67F}"/>
              </a:ext>
            </a:extLst>
          </p:cNvPr>
          <p:cNvSpPr>
            <a:spLocks noGrp="1"/>
          </p:cNvSpPr>
          <p:nvPr>
            <p:ph type="sldNum" sz="quarter" idx="12"/>
          </p:nvPr>
        </p:nvSpPr>
        <p:spPr/>
        <p:txBody>
          <a:bodyPr/>
          <a:lstStyle/>
          <a:p>
            <a:fld id="{12602B47-B449-43DE-ADBE-20C7CD761B14}" type="slidenum">
              <a:rPr lang="en-US" smtClean="0"/>
              <a:t>‹#›</a:t>
            </a:fld>
            <a:endParaRPr lang="en-US" dirty="0"/>
          </a:p>
        </p:txBody>
      </p:sp>
    </p:spTree>
    <p:extLst>
      <p:ext uri="{BB962C8B-B14F-4D97-AF65-F5344CB8AC3E}">
        <p14:creationId xmlns:p14="http://schemas.microsoft.com/office/powerpoint/2010/main" val="1018406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ADC5BD-F089-4D88-8C06-6A9085F97681}"/>
              </a:ext>
            </a:extLst>
          </p:cNvPr>
          <p:cNvSpPr>
            <a:spLocks noGrp="1"/>
          </p:cNvSpPr>
          <p:nvPr>
            <p:ph type="dt" sz="half" idx="10"/>
          </p:nvPr>
        </p:nvSpPr>
        <p:spPr/>
        <p:txBody>
          <a:bodyPr/>
          <a:lstStyle/>
          <a:p>
            <a:fld id="{B4A76FB2-73F7-447F-9382-5BBFCE6E8C79}" type="datetime1">
              <a:rPr lang="en-US" smtClean="0"/>
              <a:t>4/28/2024</a:t>
            </a:fld>
            <a:endParaRPr lang="en-US" dirty="0"/>
          </a:p>
        </p:txBody>
      </p:sp>
      <p:sp>
        <p:nvSpPr>
          <p:cNvPr id="3" name="Footer Placeholder 2">
            <a:extLst>
              <a:ext uri="{FF2B5EF4-FFF2-40B4-BE49-F238E27FC236}">
                <a16:creationId xmlns:a16="http://schemas.microsoft.com/office/drawing/2014/main" id="{49E4419E-368F-4C2D-B2E4-DE887770A57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344EE1A-A39F-4631-BCFF-9C0B57EB2D96}"/>
              </a:ext>
            </a:extLst>
          </p:cNvPr>
          <p:cNvSpPr>
            <a:spLocks noGrp="1"/>
          </p:cNvSpPr>
          <p:nvPr>
            <p:ph type="sldNum" sz="quarter" idx="12"/>
          </p:nvPr>
        </p:nvSpPr>
        <p:spPr/>
        <p:txBody>
          <a:bodyPr/>
          <a:lstStyle/>
          <a:p>
            <a:fld id="{12602B47-B449-43DE-ADBE-20C7CD761B14}" type="slidenum">
              <a:rPr lang="en-US" smtClean="0"/>
              <a:t>‹#›</a:t>
            </a:fld>
            <a:endParaRPr lang="en-US" dirty="0"/>
          </a:p>
        </p:txBody>
      </p:sp>
    </p:spTree>
    <p:extLst>
      <p:ext uri="{BB962C8B-B14F-4D97-AF65-F5344CB8AC3E}">
        <p14:creationId xmlns:p14="http://schemas.microsoft.com/office/powerpoint/2010/main" val="2412763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68BDF-A562-4A34-BA34-80E63399E5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E255C4-6291-43C1-B5AE-9FD1364C3B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750794-9C54-41ED-A892-BBD2BD99D2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91EEB4-5E83-49E1-9A9F-F5C0FB9C9A45}"/>
              </a:ext>
            </a:extLst>
          </p:cNvPr>
          <p:cNvSpPr>
            <a:spLocks noGrp="1"/>
          </p:cNvSpPr>
          <p:nvPr>
            <p:ph type="dt" sz="half" idx="10"/>
          </p:nvPr>
        </p:nvSpPr>
        <p:spPr/>
        <p:txBody>
          <a:bodyPr/>
          <a:lstStyle/>
          <a:p>
            <a:fld id="{BA2B96DD-8893-4234-AC7F-95DB73F9E97B}" type="datetime1">
              <a:rPr lang="en-US" smtClean="0"/>
              <a:t>4/28/2024</a:t>
            </a:fld>
            <a:endParaRPr lang="en-US" dirty="0"/>
          </a:p>
        </p:txBody>
      </p:sp>
      <p:sp>
        <p:nvSpPr>
          <p:cNvPr id="6" name="Footer Placeholder 5">
            <a:extLst>
              <a:ext uri="{FF2B5EF4-FFF2-40B4-BE49-F238E27FC236}">
                <a16:creationId xmlns:a16="http://schemas.microsoft.com/office/drawing/2014/main" id="{45889677-9263-49B6-AE5C-3B2CACE0201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C2FB4E9-91FF-43C8-9CF0-0FEB9BF890E0}"/>
              </a:ext>
            </a:extLst>
          </p:cNvPr>
          <p:cNvSpPr>
            <a:spLocks noGrp="1"/>
          </p:cNvSpPr>
          <p:nvPr>
            <p:ph type="sldNum" sz="quarter" idx="12"/>
          </p:nvPr>
        </p:nvSpPr>
        <p:spPr/>
        <p:txBody>
          <a:bodyPr/>
          <a:lstStyle/>
          <a:p>
            <a:fld id="{12602B47-B449-43DE-ADBE-20C7CD761B14}" type="slidenum">
              <a:rPr lang="en-US" smtClean="0"/>
              <a:t>‹#›</a:t>
            </a:fld>
            <a:endParaRPr lang="en-US" dirty="0"/>
          </a:p>
        </p:txBody>
      </p:sp>
    </p:spTree>
    <p:extLst>
      <p:ext uri="{BB962C8B-B14F-4D97-AF65-F5344CB8AC3E}">
        <p14:creationId xmlns:p14="http://schemas.microsoft.com/office/powerpoint/2010/main" val="2525871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54958-05B0-4685-86C1-347D1829E4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4F15CB-1ABF-4023-8871-EECBBF2E19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5AEA2D40-56A1-4879-8AC2-F60860529A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017491-1CC4-46DE-9C99-3F899E1F20DC}"/>
              </a:ext>
            </a:extLst>
          </p:cNvPr>
          <p:cNvSpPr>
            <a:spLocks noGrp="1"/>
          </p:cNvSpPr>
          <p:nvPr>
            <p:ph type="dt" sz="half" idx="10"/>
          </p:nvPr>
        </p:nvSpPr>
        <p:spPr/>
        <p:txBody>
          <a:bodyPr/>
          <a:lstStyle/>
          <a:p>
            <a:fld id="{EC63E436-4C16-45BE-AB5D-659862D77012}" type="datetime1">
              <a:rPr lang="en-US" smtClean="0"/>
              <a:t>4/28/2024</a:t>
            </a:fld>
            <a:endParaRPr lang="en-US" dirty="0"/>
          </a:p>
        </p:txBody>
      </p:sp>
      <p:sp>
        <p:nvSpPr>
          <p:cNvPr id="6" name="Footer Placeholder 5">
            <a:extLst>
              <a:ext uri="{FF2B5EF4-FFF2-40B4-BE49-F238E27FC236}">
                <a16:creationId xmlns:a16="http://schemas.microsoft.com/office/drawing/2014/main" id="{26037239-7118-41FD-8F25-C511695DAD9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DF29CF5-A982-4D5C-A89D-14C5B10FA9EB}"/>
              </a:ext>
            </a:extLst>
          </p:cNvPr>
          <p:cNvSpPr>
            <a:spLocks noGrp="1"/>
          </p:cNvSpPr>
          <p:nvPr>
            <p:ph type="sldNum" sz="quarter" idx="12"/>
          </p:nvPr>
        </p:nvSpPr>
        <p:spPr/>
        <p:txBody>
          <a:bodyPr/>
          <a:lstStyle/>
          <a:p>
            <a:fld id="{12602B47-B449-43DE-ADBE-20C7CD761B14}" type="slidenum">
              <a:rPr lang="en-US" smtClean="0"/>
              <a:t>‹#›</a:t>
            </a:fld>
            <a:endParaRPr lang="en-US" dirty="0"/>
          </a:p>
        </p:txBody>
      </p:sp>
    </p:spTree>
    <p:extLst>
      <p:ext uri="{BB962C8B-B14F-4D97-AF65-F5344CB8AC3E}">
        <p14:creationId xmlns:p14="http://schemas.microsoft.com/office/powerpoint/2010/main" val="2645997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BEF45-0FE0-4C26-8D8E-C816580814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3305C66-C2FF-41EC-A440-D4DC97DC6B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5221D6-07A7-462D-98FD-D462EC3B2731}"/>
              </a:ext>
            </a:extLst>
          </p:cNvPr>
          <p:cNvSpPr>
            <a:spLocks noGrp="1"/>
          </p:cNvSpPr>
          <p:nvPr>
            <p:ph type="dt" sz="half" idx="10"/>
          </p:nvPr>
        </p:nvSpPr>
        <p:spPr/>
        <p:txBody>
          <a:bodyPr/>
          <a:lstStyle/>
          <a:p>
            <a:fld id="{FEEFF0B5-7104-40FA-9D0C-B9EE2C59023C}" type="datetime1">
              <a:rPr lang="en-US" smtClean="0"/>
              <a:t>4/28/2024</a:t>
            </a:fld>
            <a:endParaRPr lang="en-US" dirty="0"/>
          </a:p>
        </p:txBody>
      </p:sp>
      <p:sp>
        <p:nvSpPr>
          <p:cNvPr id="5" name="Footer Placeholder 4">
            <a:extLst>
              <a:ext uri="{FF2B5EF4-FFF2-40B4-BE49-F238E27FC236}">
                <a16:creationId xmlns:a16="http://schemas.microsoft.com/office/drawing/2014/main" id="{267BA75B-A0A4-4EE2-9E9B-09EAAE93DDA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DD222D1-C4DF-44D6-AB01-0B786C04B0C5}"/>
              </a:ext>
            </a:extLst>
          </p:cNvPr>
          <p:cNvSpPr>
            <a:spLocks noGrp="1"/>
          </p:cNvSpPr>
          <p:nvPr>
            <p:ph type="sldNum" sz="quarter" idx="12"/>
          </p:nvPr>
        </p:nvSpPr>
        <p:spPr/>
        <p:txBody>
          <a:bodyPr/>
          <a:lstStyle/>
          <a:p>
            <a:fld id="{12602B47-B449-43DE-ADBE-20C7CD761B14}" type="slidenum">
              <a:rPr lang="en-US" smtClean="0"/>
              <a:t>‹#›</a:t>
            </a:fld>
            <a:endParaRPr lang="en-US" dirty="0"/>
          </a:p>
        </p:txBody>
      </p:sp>
    </p:spTree>
    <p:extLst>
      <p:ext uri="{BB962C8B-B14F-4D97-AF65-F5344CB8AC3E}">
        <p14:creationId xmlns:p14="http://schemas.microsoft.com/office/powerpoint/2010/main" val="946818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7BA659-AF32-4444-BF11-C9C401C174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6A4920-0193-4F07-B28D-BD9CF0302F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A9AC7E-490A-417F-B249-CDF5C66D3B8F}"/>
              </a:ext>
            </a:extLst>
          </p:cNvPr>
          <p:cNvSpPr>
            <a:spLocks noGrp="1"/>
          </p:cNvSpPr>
          <p:nvPr>
            <p:ph type="dt" sz="half" idx="10"/>
          </p:nvPr>
        </p:nvSpPr>
        <p:spPr/>
        <p:txBody>
          <a:bodyPr/>
          <a:lstStyle/>
          <a:p>
            <a:fld id="{73E06B45-839E-42FE-9F33-535FAC948D23}" type="datetime1">
              <a:rPr lang="en-US" smtClean="0"/>
              <a:t>4/28/2024</a:t>
            </a:fld>
            <a:endParaRPr lang="en-US" dirty="0"/>
          </a:p>
        </p:txBody>
      </p:sp>
      <p:sp>
        <p:nvSpPr>
          <p:cNvPr id="5" name="Footer Placeholder 4">
            <a:extLst>
              <a:ext uri="{FF2B5EF4-FFF2-40B4-BE49-F238E27FC236}">
                <a16:creationId xmlns:a16="http://schemas.microsoft.com/office/drawing/2014/main" id="{B63C7CB8-9D29-4895-BA57-2F71F474ECC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D206F01-7E4D-468F-8CF4-228A2C5379D3}"/>
              </a:ext>
            </a:extLst>
          </p:cNvPr>
          <p:cNvSpPr>
            <a:spLocks noGrp="1"/>
          </p:cNvSpPr>
          <p:nvPr>
            <p:ph type="sldNum" sz="quarter" idx="12"/>
          </p:nvPr>
        </p:nvSpPr>
        <p:spPr/>
        <p:txBody>
          <a:bodyPr/>
          <a:lstStyle/>
          <a:p>
            <a:fld id="{12602B47-B449-43DE-ADBE-20C7CD761B14}" type="slidenum">
              <a:rPr lang="en-US" smtClean="0"/>
              <a:t>‹#›</a:t>
            </a:fld>
            <a:endParaRPr lang="en-US" dirty="0"/>
          </a:p>
        </p:txBody>
      </p:sp>
    </p:spTree>
    <p:extLst>
      <p:ext uri="{BB962C8B-B14F-4D97-AF65-F5344CB8AC3E}">
        <p14:creationId xmlns:p14="http://schemas.microsoft.com/office/powerpoint/2010/main" val="977727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755A50-7ED4-451C-8097-9C9E3CA679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09B07B4-17CA-4E80-A784-16EF990B2A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7D1B70-BFF8-4D4A-AB12-FD507E0975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DDC761-D88C-42DD-B901-8C132F252AB7}" type="datetime1">
              <a:rPr lang="en-US" smtClean="0"/>
              <a:t>4/28/2024</a:t>
            </a:fld>
            <a:endParaRPr lang="en-US" dirty="0"/>
          </a:p>
        </p:txBody>
      </p:sp>
      <p:sp>
        <p:nvSpPr>
          <p:cNvPr id="5" name="Footer Placeholder 4">
            <a:extLst>
              <a:ext uri="{FF2B5EF4-FFF2-40B4-BE49-F238E27FC236}">
                <a16:creationId xmlns:a16="http://schemas.microsoft.com/office/drawing/2014/main" id="{4899FD23-9520-4733-99E8-64FC3F5221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931FE26B-1099-46B9-B187-189E7EDD9C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602B47-B449-43DE-ADBE-20C7CD761B14}" type="slidenum">
              <a:rPr lang="en-US" smtClean="0"/>
              <a:t>‹#›</a:t>
            </a:fld>
            <a:endParaRPr lang="en-US" dirty="0"/>
          </a:p>
        </p:txBody>
      </p:sp>
    </p:spTree>
    <p:extLst>
      <p:ext uri="{BB962C8B-B14F-4D97-AF65-F5344CB8AC3E}">
        <p14:creationId xmlns:p14="http://schemas.microsoft.com/office/powerpoint/2010/main" val="3395650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2.png"/><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53EB0-CB93-4AEE-9680-6D2114CBBB73}"/>
              </a:ext>
            </a:extLst>
          </p:cNvPr>
          <p:cNvSpPr>
            <a:spLocks noGrp="1"/>
          </p:cNvSpPr>
          <p:nvPr>
            <p:ph type="ctrTitle"/>
          </p:nvPr>
        </p:nvSpPr>
        <p:spPr>
          <a:xfrm>
            <a:off x="1524000" y="4768"/>
            <a:ext cx="9144000" cy="2387600"/>
          </a:xfrm>
        </p:spPr>
        <p:txBody>
          <a:bodyPr/>
          <a:lstStyle/>
          <a:p>
            <a:r>
              <a:rPr lang="en-US" dirty="0"/>
              <a:t>CSCI 444</a:t>
            </a:r>
            <a:br>
              <a:rPr lang="en-US" dirty="0"/>
            </a:br>
            <a:r>
              <a:rPr lang="en-US" dirty="0"/>
              <a:t>Data Visualization</a:t>
            </a:r>
          </a:p>
        </p:txBody>
      </p:sp>
      <p:sp>
        <p:nvSpPr>
          <p:cNvPr id="3" name="Subtitle 2">
            <a:extLst>
              <a:ext uri="{FF2B5EF4-FFF2-40B4-BE49-F238E27FC236}">
                <a16:creationId xmlns:a16="http://schemas.microsoft.com/office/drawing/2014/main" id="{F18CA32B-E1EB-449A-9603-912272C947EA}"/>
              </a:ext>
            </a:extLst>
          </p:cNvPr>
          <p:cNvSpPr>
            <a:spLocks noGrp="1"/>
          </p:cNvSpPr>
          <p:nvPr>
            <p:ph type="subTitle" idx="1"/>
          </p:nvPr>
        </p:nvSpPr>
        <p:spPr>
          <a:xfrm>
            <a:off x="1524000" y="2917932"/>
            <a:ext cx="9144000" cy="3625108"/>
          </a:xfrm>
        </p:spPr>
        <p:txBody>
          <a:bodyPr>
            <a:normAutofit/>
          </a:bodyPr>
          <a:lstStyle/>
          <a:p>
            <a:r>
              <a:rPr lang="en-US" u="sng" dirty="0"/>
              <a:t>Final Project Presentation</a:t>
            </a:r>
          </a:p>
          <a:p>
            <a:endParaRPr lang="en-US" u="sng" dirty="0"/>
          </a:p>
          <a:p>
            <a:r>
              <a:rPr lang="en-US" u="sng" dirty="0"/>
              <a:t>RWIS Daily Dashboard</a:t>
            </a:r>
          </a:p>
          <a:p>
            <a:endParaRPr lang="en-US" u="sng" dirty="0"/>
          </a:p>
          <a:p>
            <a:r>
              <a:rPr lang="en-US" sz="3000" u="sng" dirty="0"/>
              <a:t>Ethan Wimmer</a:t>
            </a:r>
          </a:p>
          <a:p>
            <a:endParaRPr lang="en-US" u="sng" dirty="0"/>
          </a:p>
          <a:p>
            <a:r>
              <a:rPr lang="en-US" dirty="0"/>
              <a:t>Wednesday, May 1, 2024</a:t>
            </a:r>
          </a:p>
          <a:p>
            <a:endParaRPr lang="en-US" u="sng" dirty="0"/>
          </a:p>
        </p:txBody>
      </p:sp>
    </p:spTree>
    <p:extLst>
      <p:ext uri="{BB962C8B-B14F-4D97-AF65-F5344CB8AC3E}">
        <p14:creationId xmlns:p14="http://schemas.microsoft.com/office/powerpoint/2010/main" val="317061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Introduction to Dashboard</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2</a:t>
            </a:fld>
            <a:endParaRPr lang="en-US" dirty="0"/>
          </a:p>
        </p:txBody>
      </p:sp>
      <p:sp>
        <p:nvSpPr>
          <p:cNvPr id="6" name="TextBox 5">
            <a:extLst>
              <a:ext uri="{FF2B5EF4-FFF2-40B4-BE49-F238E27FC236}">
                <a16:creationId xmlns:a16="http://schemas.microsoft.com/office/drawing/2014/main" id="{601B40B8-690A-42B1-9A79-F2C14C286A60}"/>
              </a:ext>
            </a:extLst>
          </p:cNvPr>
          <p:cNvSpPr txBox="1"/>
          <p:nvPr/>
        </p:nvSpPr>
        <p:spPr>
          <a:xfrm>
            <a:off x="3056454" y="1951672"/>
            <a:ext cx="6077398" cy="2954655"/>
          </a:xfrm>
          <a:prstGeom prst="rect">
            <a:avLst/>
          </a:prstGeom>
          <a:noFill/>
        </p:spPr>
        <p:txBody>
          <a:bodyPr wrap="square" rtlCol="0">
            <a:spAutoFit/>
          </a:bodyPr>
          <a:lstStyle/>
          <a:p>
            <a:r>
              <a:rPr lang="en-US" sz="2400" i="1" dirty="0"/>
              <a:t>Due to a very unpredictable world, it’s important that we are able to understand, learn, and prepare for what we don’t know. Although seemingly invaluable, data we are able to collect and show can mean a lot towards expecting the unexpected. It isn’t just how you gain data, but also how you present it. </a:t>
            </a:r>
          </a:p>
          <a:p>
            <a:endParaRPr lang="en-US" dirty="0"/>
          </a:p>
        </p:txBody>
      </p:sp>
    </p:spTree>
    <p:extLst>
      <p:ext uri="{BB962C8B-B14F-4D97-AF65-F5344CB8AC3E}">
        <p14:creationId xmlns:p14="http://schemas.microsoft.com/office/powerpoint/2010/main" val="3724755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6851856"/>
          </a:xfrm>
        </p:spPr>
        <p:txBody>
          <a:bodyPr>
            <a:normAutofit/>
          </a:bodyPr>
          <a:lstStyle/>
          <a:p>
            <a:pPr algn="ctr"/>
            <a:r>
              <a:rPr lang="en-US" sz="4800" b="1" dirty="0"/>
              <a:t>Map Section</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3</a:t>
            </a:fld>
            <a:endParaRPr lang="en-US" dirty="0"/>
          </a:p>
        </p:txBody>
      </p:sp>
    </p:spTree>
    <p:extLst>
      <p:ext uri="{BB962C8B-B14F-4D97-AF65-F5344CB8AC3E}">
        <p14:creationId xmlns:p14="http://schemas.microsoft.com/office/powerpoint/2010/main" val="3518776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Map Showing Location of Site</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4</a:t>
            </a:fld>
            <a:endParaRPr lang="en-US" dirty="0"/>
          </a:p>
        </p:txBody>
      </p:sp>
      <p:pic>
        <p:nvPicPr>
          <p:cNvPr id="5" name="Picture 4">
            <a:extLst>
              <a:ext uri="{FF2B5EF4-FFF2-40B4-BE49-F238E27FC236}">
                <a16:creationId xmlns:a16="http://schemas.microsoft.com/office/drawing/2014/main" id="{00826F00-C87F-43C7-A296-20ABF8372F6B}"/>
              </a:ext>
            </a:extLst>
          </p:cNvPr>
          <p:cNvPicPr>
            <a:picLocks noChangeAspect="1"/>
          </p:cNvPicPr>
          <p:nvPr/>
        </p:nvPicPr>
        <p:blipFill>
          <a:blip r:embed="rId2"/>
          <a:stretch>
            <a:fillRect/>
          </a:stretch>
        </p:blipFill>
        <p:spPr>
          <a:xfrm>
            <a:off x="1678943" y="1412929"/>
            <a:ext cx="2886075" cy="3895725"/>
          </a:xfrm>
          <a:prstGeom prst="rect">
            <a:avLst/>
          </a:prstGeom>
        </p:spPr>
      </p:pic>
      <p:pic>
        <p:nvPicPr>
          <p:cNvPr id="6" name="Picture 5">
            <a:extLst>
              <a:ext uri="{FF2B5EF4-FFF2-40B4-BE49-F238E27FC236}">
                <a16:creationId xmlns:a16="http://schemas.microsoft.com/office/drawing/2014/main" id="{06AD3DBE-1F1C-4329-A05C-B493545F61E8}"/>
              </a:ext>
            </a:extLst>
          </p:cNvPr>
          <p:cNvPicPr>
            <a:picLocks noChangeAspect="1"/>
          </p:cNvPicPr>
          <p:nvPr/>
        </p:nvPicPr>
        <p:blipFill>
          <a:blip r:embed="rId3"/>
          <a:stretch>
            <a:fillRect/>
          </a:stretch>
        </p:blipFill>
        <p:spPr>
          <a:xfrm>
            <a:off x="6745920" y="1412928"/>
            <a:ext cx="2819400" cy="3895725"/>
          </a:xfrm>
          <a:prstGeom prst="rect">
            <a:avLst/>
          </a:prstGeom>
        </p:spPr>
      </p:pic>
    </p:spTree>
    <p:extLst>
      <p:ext uri="{BB962C8B-B14F-4D97-AF65-F5344CB8AC3E}">
        <p14:creationId xmlns:p14="http://schemas.microsoft.com/office/powerpoint/2010/main" val="2531084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6851856"/>
          </a:xfrm>
        </p:spPr>
        <p:txBody>
          <a:bodyPr>
            <a:normAutofit/>
          </a:bodyPr>
          <a:lstStyle/>
          <a:p>
            <a:pPr algn="ctr"/>
            <a:r>
              <a:rPr lang="en-US" sz="4800" b="1" dirty="0"/>
              <a:t>Time Series Plots Section</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5</a:t>
            </a:fld>
            <a:endParaRPr lang="en-US" dirty="0"/>
          </a:p>
        </p:txBody>
      </p:sp>
    </p:spTree>
    <p:extLst>
      <p:ext uri="{BB962C8B-B14F-4D97-AF65-F5344CB8AC3E}">
        <p14:creationId xmlns:p14="http://schemas.microsoft.com/office/powerpoint/2010/main" val="1265144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Time Series: Air Temperature  </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6</a:t>
            </a:fld>
            <a:endParaRPr lang="en-US" dirty="0"/>
          </a:p>
        </p:txBody>
      </p:sp>
      <p:pic>
        <p:nvPicPr>
          <p:cNvPr id="4" name="Picture 3">
            <a:extLst>
              <a:ext uri="{FF2B5EF4-FFF2-40B4-BE49-F238E27FC236}">
                <a16:creationId xmlns:a16="http://schemas.microsoft.com/office/drawing/2014/main" id="{D215F5E1-2189-439C-BB62-AE23ED60C3C7}"/>
              </a:ext>
            </a:extLst>
          </p:cNvPr>
          <p:cNvPicPr>
            <a:picLocks noChangeAspect="1"/>
          </p:cNvPicPr>
          <p:nvPr/>
        </p:nvPicPr>
        <p:blipFill>
          <a:blip r:embed="rId3"/>
          <a:stretch>
            <a:fillRect/>
          </a:stretch>
        </p:blipFill>
        <p:spPr>
          <a:xfrm>
            <a:off x="319871" y="827153"/>
            <a:ext cx="11148579" cy="3465994"/>
          </a:xfrm>
          <a:prstGeom prst="rect">
            <a:avLst/>
          </a:prstGeom>
        </p:spPr>
      </p:pic>
      <p:sp>
        <p:nvSpPr>
          <p:cNvPr id="10" name="TextBox 9">
            <a:extLst>
              <a:ext uri="{FF2B5EF4-FFF2-40B4-BE49-F238E27FC236}">
                <a16:creationId xmlns:a16="http://schemas.microsoft.com/office/drawing/2014/main" id="{35017AA1-7553-4374-ACC6-4AE89BFAA702}"/>
              </a:ext>
            </a:extLst>
          </p:cNvPr>
          <p:cNvSpPr txBox="1"/>
          <p:nvPr/>
        </p:nvSpPr>
        <p:spPr>
          <a:xfrm>
            <a:off x="523043" y="4372499"/>
            <a:ext cx="8372382" cy="1323439"/>
          </a:xfrm>
          <a:prstGeom prst="rect">
            <a:avLst/>
          </a:prstGeom>
          <a:noFill/>
        </p:spPr>
        <p:txBody>
          <a:bodyPr wrap="square" rtlCol="0">
            <a:spAutoFit/>
          </a:bodyPr>
          <a:lstStyle/>
          <a:p>
            <a:pPr marL="285750" indent="-285750">
              <a:buFont typeface="Arial" panose="020B0604020202020204" pitchFamily="34" charset="0"/>
              <a:buChar char="•"/>
            </a:pPr>
            <a:r>
              <a:rPr lang="en-US" sz="4000" dirty="0">
                <a:latin typeface="Bahnschrift Light SemiCondensed" panose="020B0502040204020203" pitchFamily="34" charset="0"/>
              </a:rPr>
              <a:t>Freezing Point Line</a:t>
            </a:r>
          </a:p>
          <a:p>
            <a:pPr marL="285750" indent="-285750">
              <a:buFont typeface="Arial" panose="020B0604020202020204" pitchFamily="34" charset="0"/>
              <a:buChar char="•"/>
            </a:pPr>
            <a:r>
              <a:rPr lang="en-US" sz="4000" dirty="0">
                <a:latin typeface="Bahnschrift Light SemiCondensed" panose="020B0502040204020203" pitchFamily="34" charset="0"/>
              </a:rPr>
              <a:t>Continuous</a:t>
            </a:r>
          </a:p>
        </p:txBody>
      </p:sp>
    </p:spTree>
    <p:extLst>
      <p:ext uri="{BB962C8B-B14F-4D97-AF65-F5344CB8AC3E}">
        <p14:creationId xmlns:p14="http://schemas.microsoft.com/office/powerpoint/2010/main" val="466707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Time Series: Humidity</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7</a:t>
            </a:fld>
            <a:endParaRPr lang="en-US" dirty="0"/>
          </a:p>
        </p:txBody>
      </p:sp>
      <p:pic>
        <p:nvPicPr>
          <p:cNvPr id="4" name="Picture 3">
            <a:extLst>
              <a:ext uri="{FF2B5EF4-FFF2-40B4-BE49-F238E27FC236}">
                <a16:creationId xmlns:a16="http://schemas.microsoft.com/office/drawing/2014/main" id="{A09A4CDD-C8CC-4505-B8E8-6BBFE8882B8A}"/>
              </a:ext>
            </a:extLst>
          </p:cNvPr>
          <p:cNvPicPr>
            <a:picLocks noChangeAspect="1"/>
          </p:cNvPicPr>
          <p:nvPr/>
        </p:nvPicPr>
        <p:blipFill>
          <a:blip r:embed="rId2"/>
          <a:stretch>
            <a:fillRect/>
          </a:stretch>
        </p:blipFill>
        <p:spPr>
          <a:xfrm>
            <a:off x="266330" y="598345"/>
            <a:ext cx="11372295" cy="4424445"/>
          </a:xfrm>
          <a:prstGeom prst="rect">
            <a:avLst/>
          </a:prstGeom>
        </p:spPr>
      </p:pic>
      <p:sp>
        <p:nvSpPr>
          <p:cNvPr id="7" name="TextBox 6">
            <a:extLst>
              <a:ext uri="{FF2B5EF4-FFF2-40B4-BE49-F238E27FC236}">
                <a16:creationId xmlns:a16="http://schemas.microsoft.com/office/drawing/2014/main" id="{A2D24044-0D04-41BE-8A6D-591B2FA8B32B}"/>
              </a:ext>
            </a:extLst>
          </p:cNvPr>
          <p:cNvSpPr txBox="1"/>
          <p:nvPr/>
        </p:nvSpPr>
        <p:spPr>
          <a:xfrm>
            <a:off x="266330" y="4936216"/>
            <a:ext cx="8372382" cy="1323439"/>
          </a:xfrm>
          <a:prstGeom prst="rect">
            <a:avLst/>
          </a:prstGeom>
          <a:noFill/>
        </p:spPr>
        <p:txBody>
          <a:bodyPr wrap="square" rtlCol="0">
            <a:spAutoFit/>
          </a:bodyPr>
          <a:lstStyle/>
          <a:p>
            <a:pPr marL="285750" indent="-285750">
              <a:buFont typeface="Arial" panose="020B0604020202020204" pitchFamily="34" charset="0"/>
              <a:buChar char="•"/>
            </a:pPr>
            <a:r>
              <a:rPr lang="en-US" sz="4000" dirty="0">
                <a:latin typeface="Bahnschrift Light SemiCondensed" panose="020B0502040204020203" pitchFamily="34" charset="0"/>
              </a:rPr>
              <a:t>Color Hue</a:t>
            </a:r>
          </a:p>
          <a:p>
            <a:pPr marL="285750" indent="-285750">
              <a:buFont typeface="Arial" panose="020B0604020202020204" pitchFamily="34" charset="0"/>
              <a:buChar char="•"/>
            </a:pPr>
            <a:r>
              <a:rPr lang="en-US" sz="4000" dirty="0">
                <a:latin typeface="Bahnschrift Light SemiCondensed" panose="020B0502040204020203" pitchFamily="34" charset="0"/>
              </a:rPr>
              <a:t>Fit For Scatterplot</a:t>
            </a:r>
          </a:p>
        </p:txBody>
      </p:sp>
    </p:spTree>
    <p:extLst>
      <p:ext uri="{BB962C8B-B14F-4D97-AF65-F5344CB8AC3E}">
        <p14:creationId xmlns:p14="http://schemas.microsoft.com/office/powerpoint/2010/main" val="1392917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Time Series: Air Temperature and Dewpoint </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8</a:t>
            </a:fld>
            <a:endParaRPr lang="en-US" dirty="0"/>
          </a:p>
        </p:txBody>
      </p:sp>
      <p:pic>
        <p:nvPicPr>
          <p:cNvPr id="5" name="Picture 4">
            <a:extLst>
              <a:ext uri="{FF2B5EF4-FFF2-40B4-BE49-F238E27FC236}">
                <a16:creationId xmlns:a16="http://schemas.microsoft.com/office/drawing/2014/main" id="{F06DDE11-755E-4D9B-B57A-1E4501C1253A}"/>
              </a:ext>
            </a:extLst>
          </p:cNvPr>
          <p:cNvPicPr>
            <a:picLocks noChangeAspect="1"/>
          </p:cNvPicPr>
          <p:nvPr/>
        </p:nvPicPr>
        <p:blipFill>
          <a:blip r:embed="rId2"/>
          <a:stretch>
            <a:fillRect/>
          </a:stretch>
        </p:blipFill>
        <p:spPr>
          <a:xfrm>
            <a:off x="0" y="596054"/>
            <a:ext cx="12100264" cy="4057636"/>
          </a:xfrm>
          <a:prstGeom prst="rect">
            <a:avLst/>
          </a:prstGeom>
        </p:spPr>
      </p:pic>
      <p:sp>
        <p:nvSpPr>
          <p:cNvPr id="7" name="TextBox 6">
            <a:extLst>
              <a:ext uri="{FF2B5EF4-FFF2-40B4-BE49-F238E27FC236}">
                <a16:creationId xmlns:a16="http://schemas.microsoft.com/office/drawing/2014/main" id="{DC85E6CB-4EE2-4977-8356-C776EC84A9C8}"/>
              </a:ext>
            </a:extLst>
          </p:cNvPr>
          <p:cNvSpPr txBox="1"/>
          <p:nvPr/>
        </p:nvSpPr>
        <p:spPr>
          <a:xfrm>
            <a:off x="310719" y="4843300"/>
            <a:ext cx="9738803" cy="1323439"/>
          </a:xfrm>
          <a:prstGeom prst="rect">
            <a:avLst/>
          </a:prstGeom>
          <a:noFill/>
        </p:spPr>
        <p:txBody>
          <a:bodyPr wrap="square" rtlCol="0">
            <a:spAutoFit/>
          </a:bodyPr>
          <a:lstStyle/>
          <a:p>
            <a:pPr marL="285750" indent="-285750">
              <a:buFont typeface="Arial" panose="020B0604020202020204" pitchFamily="34" charset="0"/>
              <a:buChar char="•"/>
            </a:pPr>
            <a:r>
              <a:rPr lang="en-US" sz="4000" dirty="0">
                <a:latin typeface="Bahnschrift Light SemiCondensed" panose="020B0502040204020203" pitchFamily="34" charset="0"/>
              </a:rPr>
              <a:t>Plot Points To Compare</a:t>
            </a:r>
          </a:p>
          <a:p>
            <a:pPr marL="285750" indent="-285750">
              <a:buFont typeface="Arial" panose="020B0604020202020204" pitchFamily="34" charset="0"/>
              <a:buChar char="•"/>
            </a:pPr>
            <a:r>
              <a:rPr lang="en-US" sz="4000" dirty="0">
                <a:latin typeface="Bahnschrift Light SemiCondensed" panose="020B0502040204020203" pitchFamily="34" charset="0"/>
              </a:rPr>
              <a:t>Changed Air Temperature</a:t>
            </a:r>
          </a:p>
        </p:txBody>
      </p:sp>
    </p:spTree>
    <p:extLst>
      <p:ext uri="{BB962C8B-B14F-4D97-AF65-F5344CB8AC3E}">
        <p14:creationId xmlns:p14="http://schemas.microsoft.com/office/powerpoint/2010/main" val="1629001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Time Series: Precipitation Amount</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9</a:t>
            </a:fld>
            <a:endParaRPr lang="en-US" dirty="0"/>
          </a:p>
        </p:txBody>
      </p:sp>
      <p:pic>
        <p:nvPicPr>
          <p:cNvPr id="4" name="Picture 3">
            <a:extLst>
              <a:ext uri="{FF2B5EF4-FFF2-40B4-BE49-F238E27FC236}">
                <a16:creationId xmlns:a16="http://schemas.microsoft.com/office/drawing/2014/main" id="{88099775-ED73-4BD1-90B1-607D6A9CB132}"/>
              </a:ext>
            </a:extLst>
          </p:cNvPr>
          <p:cNvPicPr>
            <a:picLocks noChangeAspect="1"/>
          </p:cNvPicPr>
          <p:nvPr/>
        </p:nvPicPr>
        <p:blipFill>
          <a:blip r:embed="rId2"/>
          <a:stretch>
            <a:fillRect/>
          </a:stretch>
        </p:blipFill>
        <p:spPr>
          <a:xfrm>
            <a:off x="393651" y="1241279"/>
            <a:ext cx="11403003" cy="4375441"/>
          </a:xfrm>
          <a:prstGeom prst="rect">
            <a:avLst/>
          </a:prstGeom>
        </p:spPr>
      </p:pic>
    </p:spTree>
    <p:extLst>
      <p:ext uri="{BB962C8B-B14F-4D97-AF65-F5344CB8AC3E}">
        <p14:creationId xmlns:p14="http://schemas.microsoft.com/office/powerpoint/2010/main" val="433789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Time Series: Wind Average Speed and Direction </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10</a:t>
            </a:fld>
            <a:endParaRPr lang="en-US" dirty="0"/>
          </a:p>
        </p:txBody>
      </p:sp>
      <p:pic>
        <p:nvPicPr>
          <p:cNvPr id="4" name="Picture 3">
            <a:extLst>
              <a:ext uri="{FF2B5EF4-FFF2-40B4-BE49-F238E27FC236}">
                <a16:creationId xmlns:a16="http://schemas.microsoft.com/office/drawing/2014/main" id="{7CA7D8A1-BF9C-4D04-9BBF-5138EF6A40D5}"/>
              </a:ext>
            </a:extLst>
          </p:cNvPr>
          <p:cNvPicPr>
            <a:picLocks noChangeAspect="1"/>
          </p:cNvPicPr>
          <p:nvPr/>
        </p:nvPicPr>
        <p:blipFill>
          <a:blip r:embed="rId2"/>
          <a:stretch>
            <a:fillRect/>
          </a:stretch>
        </p:blipFill>
        <p:spPr>
          <a:xfrm>
            <a:off x="-1695" y="596054"/>
            <a:ext cx="12193693" cy="4124337"/>
          </a:xfrm>
          <a:prstGeom prst="rect">
            <a:avLst/>
          </a:prstGeom>
        </p:spPr>
      </p:pic>
      <p:sp>
        <p:nvSpPr>
          <p:cNvPr id="7" name="TextBox 6">
            <a:extLst>
              <a:ext uri="{FF2B5EF4-FFF2-40B4-BE49-F238E27FC236}">
                <a16:creationId xmlns:a16="http://schemas.microsoft.com/office/drawing/2014/main" id="{E0D46355-5059-4A2A-AB2B-D7EC74A2D07D}"/>
              </a:ext>
            </a:extLst>
          </p:cNvPr>
          <p:cNvSpPr txBox="1"/>
          <p:nvPr/>
        </p:nvSpPr>
        <p:spPr>
          <a:xfrm>
            <a:off x="310719" y="4843300"/>
            <a:ext cx="11043081" cy="1323439"/>
          </a:xfrm>
          <a:prstGeom prst="rect">
            <a:avLst/>
          </a:prstGeom>
          <a:noFill/>
        </p:spPr>
        <p:txBody>
          <a:bodyPr wrap="square" rtlCol="0">
            <a:spAutoFit/>
          </a:bodyPr>
          <a:lstStyle/>
          <a:p>
            <a:pPr marL="285750" indent="-285750">
              <a:buFont typeface="Arial" panose="020B0604020202020204" pitchFamily="34" charset="0"/>
              <a:buChar char="•"/>
            </a:pPr>
            <a:r>
              <a:rPr lang="en-US" sz="4000" dirty="0">
                <a:latin typeface="Bahnschrift Light SemiCondensed" panose="020B0502040204020203" pitchFamily="34" charset="0"/>
              </a:rPr>
              <a:t>Color To Show Direction</a:t>
            </a:r>
          </a:p>
          <a:p>
            <a:pPr marL="285750" indent="-285750">
              <a:buFont typeface="Arial" panose="020B0604020202020204" pitchFamily="34" charset="0"/>
              <a:buChar char="•"/>
            </a:pPr>
            <a:r>
              <a:rPr lang="en-US" sz="4000" dirty="0">
                <a:latin typeface="Bahnschrift Light SemiCondensed" panose="020B0502040204020203" pitchFamily="34" charset="0"/>
              </a:rPr>
              <a:t>Y-Axis Showing Speed</a:t>
            </a:r>
          </a:p>
        </p:txBody>
      </p:sp>
    </p:spTree>
    <p:extLst>
      <p:ext uri="{BB962C8B-B14F-4D97-AF65-F5344CB8AC3E}">
        <p14:creationId xmlns:p14="http://schemas.microsoft.com/office/powerpoint/2010/main" val="1034413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Time Series: Wind Gust Speed and Direction</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11</a:t>
            </a:fld>
            <a:endParaRPr lang="en-US" dirty="0"/>
          </a:p>
        </p:txBody>
      </p:sp>
      <p:pic>
        <p:nvPicPr>
          <p:cNvPr id="4" name="Picture 3">
            <a:extLst>
              <a:ext uri="{FF2B5EF4-FFF2-40B4-BE49-F238E27FC236}">
                <a16:creationId xmlns:a16="http://schemas.microsoft.com/office/drawing/2014/main" id="{F354005E-69AB-46E3-B77C-892C730D62B1}"/>
              </a:ext>
            </a:extLst>
          </p:cNvPr>
          <p:cNvPicPr>
            <a:picLocks noChangeAspect="1"/>
          </p:cNvPicPr>
          <p:nvPr/>
        </p:nvPicPr>
        <p:blipFill>
          <a:blip r:embed="rId2"/>
          <a:stretch>
            <a:fillRect/>
          </a:stretch>
        </p:blipFill>
        <p:spPr>
          <a:xfrm>
            <a:off x="37219" y="1379993"/>
            <a:ext cx="12115867" cy="4098014"/>
          </a:xfrm>
          <a:prstGeom prst="rect">
            <a:avLst/>
          </a:prstGeom>
        </p:spPr>
      </p:pic>
    </p:spTree>
    <p:extLst>
      <p:ext uri="{BB962C8B-B14F-4D97-AF65-F5344CB8AC3E}">
        <p14:creationId xmlns:p14="http://schemas.microsoft.com/office/powerpoint/2010/main" val="1003372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Time Series: Wind Average and Gust Speeds</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12</a:t>
            </a:fld>
            <a:endParaRPr lang="en-US" dirty="0"/>
          </a:p>
        </p:txBody>
      </p:sp>
      <p:pic>
        <p:nvPicPr>
          <p:cNvPr id="6" name="Picture 5">
            <a:extLst>
              <a:ext uri="{FF2B5EF4-FFF2-40B4-BE49-F238E27FC236}">
                <a16:creationId xmlns:a16="http://schemas.microsoft.com/office/drawing/2014/main" id="{AC8917C8-46D7-4C9F-A0CB-D9B665DDDCB9}"/>
              </a:ext>
            </a:extLst>
          </p:cNvPr>
          <p:cNvPicPr>
            <a:picLocks noChangeAspect="1"/>
          </p:cNvPicPr>
          <p:nvPr/>
        </p:nvPicPr>
        <p:blipFill>
          <a:blip r:embed="rId2"/>
          <a:stretch>
            <a:fillRect/>
          </a:stretch>
        </p:blipFill>
        <p:spPr>
          <a:xfrm>
            <a:off x="0" y="596054"/>
            <a:ext cx="12175476" cy="4774936"/>
          </a:xfrm>
          <a:prstGeom prst="rect">
            <a:avLst/>
          </a:prstGeom>
        </p:spPr>
      </p:pic>
      <p:sp>
        <p:nvSpPr>
          <p:cNvPr id="7" name="TextBox 6">
            <a:extLst>
              <a:ext uri="{FF2B5EF4-FFF2-40B4-BE49-F238E27FC236}">
                <a16:creationId xmlns:a16="http://schemas.microsoft.com/office/drawing/2014/main" id="{2F060BB9-32E6-47DE-B320-0A8246DDB81E}"/>
              </a:ext>
            </a:extLst>
          </p:cNvPr>
          <p:cNvSpPr txBox="1"/>
          <p:nvPr/>
        </p:nvSpPr>
        <p:spPr>
          <a:xfrm>
            <a:off x="168676" y="5215473"/>
            <a:ext cx="11043081" cy="707886"/>
          </a:xfrm>
          <a:prstGeom prst="rect">
            <a:avLst/>
          </a:prstGeom>
          <a:noFill/>
        </p:spPr>
        <p:txBody>
          <a:bodyPr wrap="square" rtlCol="0">
            <a:spAutoFit/>
          </a:bodyPr>
          <a:lstStyle/>
          <a:p>
            <a:pPr marL="285750" indent="-285750">
              <a:buFont typeface="Arial" panose="020B0604020202020204" pitchFamily="34" charset="0"/>
              <a:buChar char="•"/>
            </a:pPr>
            <a:r>
              <a:rPr lang="en-US" sz="4000" dirty="0">
                <a:latin typeface="Bahnschrift Light SemiCondensed" panose="020B0502040204020203" pitchFamily="34" charset="0"/>
              </a:rPr>
              <a:t>Density Comparison</a:t>
            </a:r>
          </a:p>
        </p:txBody>
      </p:sp>
    </p:spTree>
    <p:extLst>
      <p:ext uri="{BB962C8B-B14F-4D97-AF65-F5344CB8AC3E}">
        <p14:creationId xmlns:p14="http://schemas.microsoft.com/office/powerpoint/2010/main" val="2804150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Time Series: Wind Average and Gust Directions</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13</a:t>
            </a:fld>
            <a:endParaRPr lang="en-US" dirty="0"/>
          </a:p>
        </p:txBody>
      </p:sp>
      <p:pic>
        <p:nvPicPr>
          <p:cNvPr id="4" name="Picture 3">
            <a:extLst>
              <a:ext uri="{FF2B5EF4-FFF2-40B4-BE49-F238E27FC236}">
                <a16:creationId xmlns:a16="http://schemas.microsoft.com/office/drawing/2014/main" id="{5D47BF0E-44E2-464A-8E72-5D79A7D2BCD8}"/>
              </a:ext>
            </a:extLst>
          </p:cNvPr>
          <p:cNvPicPr>
            <a:picLocks noChangeAspect="1"/>
          </p:cNvPicPr>
          <p:nvPr/>
        </p:nvPicPr>
        <p:blipFill>
          <a:blip r:embed="rId2"/>
          <a:stretch>
            <a:fillRect/>
          </a:stretch>
        </p:blipFill>
        <p:spPr>
          <a:xfrm>
            <a:off x="-1694" y="1882841"/>
            <a:ext cx="12192000" cy="3092317"/>
          </a:xfrm>
          <a:prstGeom prst="rect">
            <a:avLst/>
          </a:prstGeom>
        </p:spPr>
      </p:pic>
    </p:spTree>
    <p:extLst>
      <p:ext uri="{BB962C8B-B14F-4D97-AF65-F5344CB8AC3E}">
        <p14:creationId xmlns:p14="http://schemas.microsoft.com/office/powerpoint/2010/main" val="1718275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Time Series: Surface Temperature – All Sensors (Multiple Sensors)</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14</a:t>
            </a:fld>
            <a:endParaRPr lang="en-US" dirty="0"/>
          </a:p>
        </p:txBody>
      </p:sp>
      <p:pic>
        <p:nvPicPr>
          <p:cNvPr id="6" name="Picture 5">
            <a:extLst>
              <a:ext uri="{FF2B5EF4-FFF2-40B4-BE49-F238E27FC236}">
                <a16:creationId xmlns:a16="http://schemas.microsoft.com/office/drawing/2014/main" id="{12122A22-AA2C-48ED-9D75-45A7F2D69C66}"/>
              </a:ext>
            </a:extLst>
          </p:cNvPr>
          <p:cNvPicPr>
            <a:picLocks noChangeAspect="1"/>
          </p:cNvPicPr>
          <p:nvPr/>
        </p:nvPicPr>
        <p:blipFill>
          <a:blip r:embed="rId2"/>
          <a:stretch>
            <a:fillRect/>
          </a:stretch>
        </p:blipFill>
        <p:spPr>
          <a:xfrm>
            <a:off x="-2928" y="1352250"/>
            <a:ext cx="12194928" cy="4153499"/>
          </a:xfrm>
          <a:prstGeom prst="rect">
            <a:avLst/>
          </a:prstGeom>
        </p:spPr>
      </p:pic>
    </p:spTree>
    <p:extLst>
      <p:ext uri="{BB962C8B-B14F-4D97-AF65-F5344CB8AC3E}">
        <p14:creationId xmlns:p14="http://schemas.microsoft.com/office/powerpoint/2010/main" val="2144855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Time Series : Surface Temperature 1 (or 2) (Single Sensor) </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15</a:t>
            </a:fld>
            <a:endParaRPr lang="en-US" dirty="0"/>
          </a:p>
        </p:txBody>
      </p:sp>
      <p:pic>
        <p:nvPicPr>
          <p:cNvPr id="4" name="Picture 3">
            <a:extLst>
              <a:ext uri="{FF2B5EF4-FFF2-40B4-BE49-F238E27FC236}">
                <a16:creationId xmlns:a16="http://schemas.microsoft.com/office/drawing/2014/main" id="{79668635-6889-47C4-86D2-40D662E532FA}"/>
              </a:ext>
            </a:extLst>
          </p:cNvPr>
          <p:cNvPicPr>
            <a:picLocks noChangeAspect="1"/>
          </p:cNvPicPr>
          <p:nvPr/>
        </p:nvPicPr>
        <p:blipFill>
          <a:blip r:embed="rId2"/>
          <a:stretch>
            <a:fillRect/>
          </a:stretch>
        </p:blipFill>
        <p:spPr>
          <a:xfrm>
            <a:off x="-1" y="596053"/>
            <a:ext cx="12142801" cy="4135745"/>
          </a:xfrm>
          <a:prstGeom prst="rect">
            <a:avLst/>
          </a:prstGeom>
        </p:spPr>
      </p:pic>
      <p:sp>
        <p:nvSpPr>
          <p:cNvPr id="6" name="TextBox 5">
            <a:extLst>
              <a:ext uri="{FF2B5EF4-FFF2-40B4-BE49-F238E27FC236}">
                <a16:creationId xmlns:a16="http://schemas.microsoft.com/office/drawing/2014/main" id="{4159CF21-D203-40CF-93E1-931EEC747D98}"/>
              </a:ext>
            </a:extLst>
          </p:cNvPr>
          <p:cNvSpPr txBox="1"/>
          <p:nvPr/>
        </p:nvSpPr>
        <p:spPr>
          <a:xfrm>
            <a:off x="159798" y="4731798"/>
            <a:ext cx="11043081" cy="1323439"/>
          </a:xfrm>
          <a:prstGeom prst="rect">
            <a:avLst/>
          </a:prstGeom>
          <a:noFill/>
        </p:spPr>
        <p:txBody>
          <a:bodyPr wrap="square" rtlCol="0">
            <a:spAutoFit/>
          </a:bodyPr>
          <a:lstStyle/>
          <a:p>
            <a:pPr marL="285750" indent="-285750">
              <a:buFont typeface="Arial" panose="020B0604020202020204" pitchFamily="34" charset="0"/>
              <a:buChar char="•"/>
            </a:pPr>
            <a:r>
              <a:rPr lang="en-US" sz="4000" dirty="0">
                <a:latin typeface="Bahnschrift Light SemiCondensed" panose="020B0502040204020203" pitchFamily="34" charset="0"/>
              </a:rPr>
              <a:t>Informative Color</a:t>
            </a:r>
          </a:p>
          <a:p>
            <a:pPr marL="285750" indent="-285750">
              <a:buFont typeface="Arial" panose="020B0604020202020204" pitchFamily="34" charset="0"/>
              <a:buChar char="•"/>
            </a:pPr>
            <a:r>
              <a:rPr lang="en-US" sz="4000" dirty="0">
                <a:latin typeface="Bahnschrift Light SemiCondensed" panose="020B0502040204020203" pitchFamily="34" charset="0"/>
              </a:rPr>
              <a:t>Reduced Chart Junk</a:t>
            </a:r>
          </a:p>
        </p:txBody>
      </p:sp>
    </p:spTree>
    <p:extLst>
      <p:ext uri="{BB962C8B-B14F-4D97-AF65-F5344CB8AC3E}">
        <p14:creationId xmlns:p14="http://schemas.microsoft.com/office/powerpoint/2010/main" val="2419496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Time Series : Surface Status 1 (or 2) (Single Sensor) </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16</a:t>
            </a:fld>
            <a:endParaRPr lang="en-US" dirty="0"/>
          </a:p>
        </p:txBody>
      </p:sp>
      <p:pic>
        <p:nvPicPr>
          <p:cNvPr id="4" name="Picture 3">
            <a:extLst>
              <a:ext uri="{FF2B5EF4-FFF2-40B4-BE49-F238E27FC236}">
                <a16:creationId xmlns:a16="http://schemas.microsoft.com/office/drawing/2014/main" id="{B8026EC0-7A95-4533-BB52-EE2CCB9C2B24}"/>
              </a:ext>
            </a:extLst>
          </p:cNvPr>
          <p:cNvPicPr>
            <a:picLocks noChangeAspect="1"/>
          </p:cNvPicPr>
          <p:nvPr/>
        </p:nvPicPr>
        <p:blipFill>
          <a:blip r:embed="rId2"/>
          <a:stretch>
            <a:fillRect/>
          </a:stretch>
        </p:blipFill>
        <p:spPr>
          <a:xfrm>
            <a:off x="0" y="596054"/>
            <a:ext cx="12192000" cy="4497238"/>
          </a:xfrm>
          <a:prstGeom prst="rect">
            <a:avLst/>
          </a:prstGeom>
        </p:spPr>
      </p:pic>
      <p:sp>
        <p:nvSpPr>
          <p:cNvPr id="6" name="TextBox 5">
            <a:extLst>
              <a:ext uri="{FF2B5EF4-FFF2-40B4-BE49-F238E27FC236}">
                <a16:creationId xmlns:a16="http://schemas.microsoft.com/office/drawing/2014/main" id="{F37F5DC8-9617-4161-9FB9-C0D7419DD60E}"/>
              </a:ext>
            </a:extLst>
          </p:cNvPr>
          <p:cNvSpPr txBox="1"/>
          <p:nvPr/>
        </p:nvSpPr>
        <p:spPr>
          <a:xfrm>
            <a:off x="159798" y="5093292"/>
            <a:ext cx="11043081" cy="1323439"/>
          </a:xfrm>
          <a:prstGeom prst="rect">
            <a:avLst/>
          </a:prstGeom>
          <a:noFill/>
        </p:spPr>
        <p:txBody>
          <a:bodyPr wrap="square" rtlCol="0">
            <a:spAutoFit/>
          </a:bodyPr>
          <a:lstStyle/>
          <a:p>
            <a:pPr marL="285750" indent="-285750">
              <a:buFont typeface="Arial" panose="020B0604020202020204" pitchFamily="34" charset="0"/>
              <a:buChar char="•"/>
            </a:pPr>
            <a:r>
              <a:rPr lang="en-US" sz="4000" dirty="0">
                <a:latin typeface="Bahnschrift Light SemiCondensed" panose="020B0502040204020203" pitchFamily="34" charset="0"/>
              </a:rPr>
              <a:t>Simplicity</a:t>
            </a:r>
          </a:p>
          <a:p>
            <a:pPr marL="285750" indent="-285750">
              <a:buFont typeface="Arial" panose="020B0604020202020204" pitchFamily="34" charset="0"/>
              <a:buChar char="•"/>
            </a:pPr>
            <a:r>
              <a:rPr lang="en-US" sz="4000" dirty="0">
                <a:latin typeface="Bahnschrift Light SemiCondensed" panose="020B0502040204020203" pitchFamily="34" charset="0"/>
              </a:rPr>
              <a:t>Digestible For Audience</a:t>
            </a:r>
          </a:p>
        </p:txBody>
      </p:sp>
    </p:spTree>
    <p:extLst>
      <p:ext uri="{BB962C8B-B14F-4D97-AF65-F5344CB8AC3E}">
        <p14:creationId xmlns:p14="http://schemas.microsoft.com/office/powerpoint/2010/main" val="305633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6851856"/>
          </a:xfrm>
        </p:spPr>
        <p:txBody>
          <a:bodyPr>
            <a:normAutofit/>
          </a:bodyPr>
          <a:lstStyle/>
          <a:p>
            <a:pPr algn="ctr"/>
            <a:r>
              <a:rPr lang="en-US" sz="4800" b="1" dirty="0"/>
              <a:t>Daily Summary Plots</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17</a:t>
            </a:fld>
            <a:endParaRPr lang="en-US" dirty="0"/>
          </a:p>
        </p:txBody>
      </p:sp>
    </p:spTree>
    <p:extLst>
      <p:ext uri="{BB962C8B-B14F-4D97-AF65-F5344CB8AC3E}">
        <p14:creationId xmlns:p14="http://schemas.microsoft.com/office/powerpoint/2010/main" val="3783224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Daily Summary: Air Temperature  </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18</a:t>
            </a:fld>
            <a:endParaRPr lang="en-US" dirty="0"/>
          </a:p>
        </p:txBody>
      </p:sp>
      <p:pic>
        <p:nvPicPr>
          <p:cNvPr id="4" name="Picture 3">
            <a:extLst>
              <a:ext uri="{FF2B5EF4-FFF2-40B4-BE49-F238E27FC236}">
                <a16:creationId xmlns:a16="http://schemas.microsoft.com/office/drawing/2014/main" id="{E5206A7E-5986-47A9-BECD-683F95C5CA8D}"/>
              </a:ext>
            </a:extLst>
          </p:cNvPr>
          <p:cNvPicPr>
            <a:picLocks noChangeAspect="1"/>
          </p:cNvPicPr>
          <p:nvPr/>
        </p:nvPicPr>
        <p:blipFill>
          <a:blip r:embed="rId2"/>
          <a:stretch>
            <a:fillRect/>
          </a:stretch>
        </p:blipFill>
        <p:spPr>
          <a:xfrm>
            <a:off x="5794000" y="599548"/>
            <a:ext cx="5559800" cy="5756802"/>
          </a:xfrm>
          <a:prstGeom prst="rect">
            <a:avLst/>
          </a:prstGeom>
        </p:spPr>
      </p:pic>
      <p:sp>
        <p:nvSpPr>
          <p:cNvPr id="8" name="TextBox 7">
            <a:extLst>
              <a:ext uri="{FF2B5EF4-FFF2-40B4-BE49-F238E27FC236}">
                <a16:creationId xmlns:a16="http://schemas.microsoft.com/office/drawing/2014/main" id="{7131BD6F-EA02-444F-8A14-040A096CFA9A}"/>
              </a:ext>
            </a:extLst>
          </p:cNvPr>
          <p:cNvSpPr txBox="1"/>
          <p:nvPr/>
        </p:nvSpPr>
        <p:spPr>
          <a:xfrm>
            <a:off x="159798" y="2506706"/>
            <a:ext cx="5634202" cy="1938992"/>
          </a:xfrm>
          <a:prstGeom prst="rect">
            <a:avLst/>
          </a:prstGeom>
          <a:noFill/>
        </p:spPr>
        <p:txBody>
          <a:bodyPr wrap="square" rtlCol="0">
            <a:spAutoFit/>
          </a:bodyPr>
          <a:lstStyle/>
          <a:p>
            <a:pPr marL="285750" indent="-285750">
              <a:buFont typeface="Arial" panose="020B0604020202020204" pitchFamily="34" charset="0"/>
              <a:buChar char="•"/>
            </a:pPr>
            <a:r>
              <a:rPr lang="en-US" sz="4000" dirty="0">
                <a:latin typeface="Bahnschrift Light SemiCondensed" panose="020B0502040204020203" pitchFamily="34" charset="0"/>
              </a:rPr>
              <a:t>Specific Data And Numerical Summary</a:t>
            </a:r>
          </a:p>
          <a:p>
            <a:pPr marL="285750" indent="-285750">
              <a:buFont typeface="Arial" panose="020B0604020202020204" pitchFamily="34" charset="0"/>
              <a:buChar char="•"/>
            </a:pPr>
            <a:r>
              <a:rPr lang="en-US" sz="4000" dirty="0">
                <a:latin typeface="Bahnschrift Light SemiCondensed" panose="020B0502040204020203" pitchFamily="34" charset="0"/>
              </a:rPr>
              <a:t>Point Jitter</a:t>
            </a:r>
          </a:p>
        </p:txBody>
      </p:sp>
    </p:spTree>
    <p:extLst>
      <p:ext uri="{BB962C8B-B14F-4D97-AF65-F5344CB8AC3E}">
        <p14:creationId xmlns:p14="http://schemas.microsoft.com/office/powerpoint/2010/main" val="4539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Daily Summary: Humidity</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19</a:t>
            </a:fld>
            <a:endParaRPr lang="en-US" dirty="0"/>
          </a:p>
        </p:txBody>
      </p:sp>
      <p:pic>
        <p:nvPicPr>
          <p:cNvPr id="4" name="Picture 3">
            <a:extLst>
              <a:ext uri="{FF2B5EF4-FFF2-40B4-BE49-F238E27FC236}">
                <a16:creationId xmlns:a16="http://schemas.microsoft.com/office/drawing/2014/main" id="{39CA01D8-D267-4E6C-AA25-D5E3A7FC68DD}"/>
              </a:ext>
            </a:extLst>
          </p:cNvPr>
          <p:cNvPicPr>
            <a:picLocks noChangeAspect="1"/>
          </p:cNvPicPr>
          <p:nvPr/>
        </p:nvPicPr>
        <p:blipFill>
          <a:blip r:embed="rId2"/>
          <a:stretch>
            <a:fillRect/>
          </a:stretch>
        </p:blipFill>
        <p:spPr>
          <a:xfrm>
            <a:off x="4577110" y="548852"/>
            <a:ext cx="7614890" cy="5760296"/>
          </a:xfrm>
          <a:prstGeom prst="rect">
            <a:avLst/>
          </a:prstGeom>
        </p:spPr>
      </p:pic>
      <p:sp>
        <p:nvSpPr>
          <p:cNvPr id="7" name="TextBox 6">
            <a:extLst>
              <a:ext uri="{FF2B5EF4-FFF2-40B4-BE49-F238E27FC236}">
                <a16:creationId xmlns:a16="http://schemas.microsoft.com/office/drawing/2014/main" id="{2E2F8865-B298-4773-90D2-6AAC812E12BD}"/>
              </a:ext>
            </a:extLst>
          </p:cNvPr>
          <p:cNvSpPr txBox="1"/>
          <p:nvPr/>
        </p:nvSpPr>
        <p:spPr>
          <a:xfrm>
            <a:off x="0" y="3308817"/>
            <a:ext cx="5634202" cy="1323439"/>
          </a:xfrm>
          <a:prstGeom prst="rect">
            <a:avLst/>
          </a:prstGeom>
          <a:noFill/>
        </p:spPr>
        <p:txBody>
          <a:bodyPr wrap="square" rtlCol="0">
            <a:spAutoFit/>
          </a:bodyPr>
          <a:lstStyle/>
          <a:p>
            <a:pPr marL="285750" indent="-285750">
              <a:buFont typeface="Arial" panose="020B0604020202020204" pitchFamily="34" charset="0"/>
              <a:buChar char="•"/>
            </a:pPr>
            <a:r>
              <a:rPr lang="en-US" sz="4000" dirty="0">
                <a:latin typeface="Bahnschrift Light SemiCondensed" panose="020B0502040204020203" pitchFamily="34" charset="0"/>
              </a:rPr>
              <a:t>Proportion Without Time</a:t>
            </a:r>
          </a:p>
          <a:p>
            <a:pPr marL="285750" indent="-285750">
              <a:buFont typeface="Arial" panose="020B0604020202020204" pitchFamily="34" charset="0"/>
              <a:buChar char="•"/>
            </a:pPr>
            <a:r>
              <a:rPr lang="en-US" sz="4000" dirty="0">
                <a:latin typeface="Bahnschrift Light SemiCondensed" panose="020B0502040204020203" pitchFamily="34" charset="0"/>
              </a:rPr>
              <a:t>Understandable</a:t>
            </a:r>
          </a:p>
        </p:txBody>
      </p:sp>
    </p:spTree>
    <p:extLst>
      <p:ext uri="{BB962C8B-B14F-4D97-AF65-F5344CB8AC3E}">
        <p14:creationId xmlns:p14="http://schemas.microsoft.com/office/powerpoint/2010/main" val="31561414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Daily Summary: Air Temperature and Dewpoint </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20</a:t>
            </a:fld>
            <a:endParaRPr lang="en-US" dirty="0"/>
          </a:p>
        </p:txBody>
      </p:sp>
      <p:pic>
        <p:nvPicPr>
          <p:cNvPr id="4" name="Picture 3">
            <a:extLst>
              <a:ext uri="{FF2B5EF4-FFF2-40B4-BE49-F238E27FC236}">
                <a16:creationId xmlns:a16="http://schemas.microsoft.com/office/drawing/2014/main" id="{F75F5E58-8A4B-429E-910B-8F121E8F8D0F}"/>
              </a:ext>
            </a:extLst>
          </p:cNvPr>
          <p:cNvPicPr>
            <a:picLocks noChangeAspect="1"/>
          </p:cNvPicPr>
          <p:nvPr/>
        </p:nvPicPr>
        <p:blipFill>
          <a:blip r:embed="rId2"/>
          <a:stretch>
            <a:fillRect/>
          </a:stretch>
        </p:blipFill>
        <p:spPr>
          <a:xfrm>
            <a:off x="-2434" y="596054"/>
            <a:ext cx="6315075" cy="6086475"/>
          </a:xfrm>
          <a:prstGeom prst="rect">
            <a:avLst/>
          </a:prstGeom>
        </p:spPr>
      </p:pic>
      <p:sp>
        <p:nvSpPr>
          <p:cNvPr id="6" name="TextBox 5">
            <a:extLst>
              <a:ext uri="{FF2B5EF4-FFF2-40B4-BE49-F238E27FC236}">
                <a16:creationId xmlns:a16="http://schemas.microsoft.com/office/drawing/2014/main" id="{D6217DBC-3D49-4EAA-9CFC-6436ADCB8148}"/>
              </a:ext>
            </a:extLst>
          </p:cNvPr>
          <p:cNvSpPr txBox="1"/>
          <p:nvPr/>
        </p:nvSpPr>
        <p:spPr>
          <a:xfrm>
            <a:off x="6435219" y="2459504"/>
            <a:ext cx="5634202" cy="1938992"/>
          </a:xfrm>
          <a:prstGeom prst="rect">
            <a:avLst/>
          </a:prstGeom>
          <a:noFill/>
        </p:spPr>
        <p:txBody>
          <a:bodyPr wrap="square" rtlCol="0">
            <a:spAutoFit/>
          </a:bodyPr>
          <a:lstStyle/>
          <a:p>
            <a:pPr marL="285750" indent="-285750">
              <a:buFont typeface="Arial" panose="020B0604020202020204" pitchFamily="34" charset="0"/>
              <a:buChar char="•"/>
            </a:pPr>
            <a:r>
              <a:rPr lang="en-US" sz="4000" dirty="0">
                <a:latin typeface="Bahnschrift Light SemiCondensed" panose="020B0502040204020203" pitchFamily="34" charset="0"/>
              </a:rPr>
              <a:t>Better Visualize Density</a:t>
            </a:r>
          </a:p>
          <a:p>
            <a:pPr marL="285750" indent="-285750">
              <a:buFont typeface="Arial" panose="020B0604020202020204" pitchFamily="34" charset="0"/>
              <a:buChar char="•"/>
            </a:pPr>
            <a:r>
              <a:rPr lang="en-US" sz="4000" dirty="0">
                <a:latin typeface="Bahnschrift Light SemiCondensed" panose="020B0502040204020203" pitchFamily="34" charset="0"/>
              </a:rPr>
              <a:t>Maintaining Dependent Relationship </a:t>
            </a:r>
          </a:p>
        </p:txBody>
      </p:sp>
    </p:spTree>
    <p:extLst>
      <p:ext uri="{BB962C8B-B14F-4D97-AF65-F5344CB8AC3E}">
        <p14:creationId xmlns:p14="http://schemas.microsoft.com/office/powerpoint/2010/main" val="39882070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Daily Summary: Precipitation Amount</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21</a:t>
            </a:fld>
            <a:endParaRPr lang="en-US" dirty="0"/>
          </a:p>
        </p:txBody>
      </p:sp>
      <p:pic>
        <p:nvPicPr>
          <p:cNvPr id="4" name="Picture 3">
            <a:extLst>
              <a:ext uri="{FF2B5EF4-FFF2-40B4-BE49-F238E27FC236}">
                <a16:creationId xmlns:a16="http://schemas.microsoft.com/office/drawing/2014/main" id="{D68D2FD3-C823-4B02-9CD1-88B7267383A7}"/>
              </a:ext>
            </a:extLst>
          </p:cNvPr>
          <p:cNvPicPr>
            <a:picLocks noChangeAspect="1"/>
          </p:cNvPicPr>
          <p:nvPr/>
        </p:nvPicPr>
        <p:blipFill>
          <a:blip r:embed="rId2"/>
          <a:stretch>
            <a:fillRect/>
          </a:stretch>
        </p:blipFill>
        <p:spPr>
          <a:xfrm>
            <a:off x="4648092" y="596053"/>
            <a:ext cx="5782199" cy="5760297"/>
          </a:xfrm>
          <a:prstGeom prst="rect">
            <a:avLst/>
          </a:prstGeom>
        </p:spPr>
      </p:pic>
      <p:sp>
        <p:nvSpPr>
          <p:cNvPr id="6" name="TextBox 5">
            <a:extLst>
              <a:ext uri="{FF2B5EF4-FFF2-40B4-BE49-F238E27FC236}">
                <a16:creationId xmlns:a16="http://schemas.microsoft.com/office/drawing/2014/main" id="{811930A3-5A4A-4862-8A1E-8E71FA7E5509}"/>
              </a:ext>
            </a:extLst>
          </p:cNvPr>
          <p:cNvSpPr txBox="1"/>
          <p:nvPr/>
        </p:nvSpPr>
        <p:spPr>
          <a:xfrm>
            <a:off x="69282" y="2506706"/>
            <a:ext cx="5634202" cy="1938992"/>
          </a:xfrm>
          <a:prstGeom prst="rect">
            <a:avLst/>
          </a:prstGeom>
          <a:noFill/>
        </p:spPr>
        <p:txBody>
          <a:bodyPr wrap="square" rtlCol="0">
            <a:spAutoFit/>
          </a:bodyPr>
          <a:lstStyle/>
          <a:p>
            <a:pPr marL="285750" indent="-285750">
              <a:buFont typeface="Arial" panose="020B0604020202020204" pitchFamily="34" charset="0"/>
              <a:buChar char="•"/>
            </a:pPr>
            <a:r>
              <a:rPr lang="en-US" sz="4000" dirty="0">
                <a:latin typeface="Bahnschrift Light SemiCondensed" panose="020B0502040204020203" pitchFamily="34" charset="0"/>
              </a:rPr>
              <a:t>Identify Max And Min Values</a:t>
            </a:r>
          </a:p>
          <a:p>
            <a:pPr marL="285750" indent="-285750">
              <a:buFont typeface="Arial" panose="020B0604020202020204" pitchFamily="34" charset="0"/>
              <a:buChar char="•"/>
            </a:pPr>
            <a:r>
              <a:rPr lang="en-US" sz="4000" dirty="0">
                <a:latin typeface="Bahnschrift Light SemiCondensed" panose="020B0502040204020203" pitchFamily="34" charset="0"/>
              </a:rPr>
              <a:t>Independent Bars</a:t>
            </a:r>
          </a:p>
        </p:txBody>
      </p:sp>
    </p:spTree>
    <p:extLst>
      <p:ext uri="{BB962C8B-B14F-4D97-AF65-F5344CB8AC3E}">
        <p14:creationId xmlns:p14="http://schemas.microsoft.com/office/powerpoint/2010/main" val="2853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Daily Summary: Wind Average/Gust Speed and Direction </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22</a:t>
            </a:fld>
            <a:endParaRPr lang="en-US" dirty="0"/>
          </a:p>
        </p:txBody>
      </p:sp>
      <p:pic>
        <p:nvPicPr>
          <p:cNvPr id="4" name="Picture 3">
            <a:extLst>
              <a:ext uri="{FF2B5EF4-FFF2-40B4-BE49-F238E27FC236}">
                <a16:creationId xmlns:a16="http://schemas.microsoft.com/office/drawing/2014/main" id="{571B1DE9-7347-486F-B5C5-FA8492328540}"/>
              </a:ext>
            </a:extLst>
          </p:cNvPr>
          <p:cNvPicPr>
            <a:picLocks noChangeAspect="1"/>
          </p:cNvPicPr>
          <p:nvPr/>
        </p:nvPicPr>
        <p:blipFill>
          <a:blip r:embed="rId2"/>
          <a:stretch>
            <a:fillRect/>
          </a:stretch>
        </p:blipFill>
        <p:spPr>
          <a:xfrm>
            <a:off x="0" y="596054"/>
            <a:ext cx="7717608" cy="6255802"/>
          </a:xfrm>
          <a:prstGeom prst="rect">
            <a:avLst/>
          </a:prstGeom>
        </p:spPr>
      </p:pic>
      <p:sp>
        <p:nvSpPr>
          <p:cNvPr id="6" name="TextBox 5">
            <a:extLst>
              <a:ext uri="{FF2B5EF4-FFF2-40B4-BE49-F238E27FC236}">
                <a16:creationId xmlns:a16="http://schemas.microsoft.com/office/drawing/2014/main" id="{17ECFBF4-1AF3-4CE5-9439-86A6A0F4AD2A}"/>
              </a:ext>
            </a:extLst>
          </p:cNvPr>
          <p:cNvSpPr txBox="1"/>
          <p:nvPr/>
        </p:nvSpPr>
        <p:spPr>
          <a:xfrm>
            <a:off x="7717608" y="2151727"/>
            <a:ext cx="4400411" cy="2554545"/>
          </a:xfrm>
          <a:prstGeom prst="rect">
            <a:avLst/>
          </a:prstGeom>
          <a:noFill/>
        </p:spPr>
        <p:txBody>
          <a:bodyPr wrap="square" rtlCol="0">
            <a:spAutoFit/>
          </a:bodyPr>
          <a:lstStyle/>
          <a:p>
            <a:pPr marL="285750" indent="-285750">
              <a:buFont typeface="Arial" panose="020B0604020202020204" pitchFamily="34" charset="0"/>
              <a:buChar char="•"/>
            </a:pPr>
            <a:r>
              <a:rPr lang="en-US" sz="4000" dirty="0">
                <a:latin typeface="Bahnschrift Light SemiCondensed" panose="020B0502040204020203" pitchFamily="34" charset="0"/>
              </a:rPr>
              <a:t>Side By Side Comparison</a:t>
            </a:r>
          </a:p>
          <a:p>
            <a:pPr marL="285750" indent="-285750">
              <a:buFont typeface="Arial" panose="020B0604020202020204" pitchFamily="34" charset="0"/>
              <a:buChar char="•"/>
            </a:pPr>
            <a:r>
              <a:rPr lang="en-US" sz="4000" dirty="0">
                <a:latin typeface="Bahnschrift Light SemiCondensed" panose="020B0502040204020203" pitchFamily="34" charset="0"/>
              </a:rPr>
              <a:t>Similar Plots Reduce Confusion</a:t>
            </a:r>
          </a:p>
        </p:txBody>
      </p:sp>
    </p:spTree>
    <p:extLst>
      <p:ext uri="{BB962C8B-B14F-4D97-AF65-F5344CB8AC3E}">
        <p14:creationId xmlns:p14="http://schemas.microsoft.com/office/powerpoint/2010/main" val="1362325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fontScale="90000"/>
          </a:bodyPr>
          <a:lstStyle/>
          <a:p>
            <a:r>
              <a:rPr lang="en-US" sz="3600" dirty="0"/>
              <a:t>Daily Summary: Surface Temperature – All Sensors (Multiple Sensors)</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23</a:t>
            </a:fld>
            <a:endParaRPr lang="en-US" dirty="0"/>
          </a:p>
        </p:txBody>
      </p:sp>
      <p:pic>
        <p:nvPicPr>
          <p:cNvPr id="4" name="Picture 3">
            <a:extLst>
              <a:ext uri="{FF2B5EF4-FFF2-40B4-BE49-F238E27FC236}">
                <a16:creationId xmlns:a16="http://schemas.microsoft.com/office/drawing/2014/main" id="{BA00DCAB-AF96-4004-8429-C34D8F635CA5}"/>
              </a:ext>
            </a:extLst>
          </p:cNvPr>
          <p:cNvPicPr>
            <a:picLocks noChangeAspect="1"/>
          </p:cNvPicPr>
          <p:nvPr/>
        </p:nvPicPr>
        <p:blipFill>
          <a:blip r:embed="rId2"/>
          <a:stretch>
            <a:fillRect/>
          </a:stretch>
        </p:blipFill>
        <p:spPr>
          <a:xfrm>
            <a:off x="985421" y="596054"/>
            <a:ext cx="8793495" cy="5760296"/>
          </a:xfrm>
          <a:prstGeom prst="rect">
            <a:avLst/>
          </a:prstGeom>
        </p:spPr>
      </p:pic>
    </p:spTree>
    <p:extLst>
      <p:ext uri="{BB962C8B-B14F-4D97-AF65-F5344CB8AC3E}">
        <p14:creationId xmlns:p14="http://schemas.microsoft.com/office/powerpoint/2010/main" val="3008272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Daily Summary: Surface Temperature 1 (or 2) (Single Sensor) </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24</a:t>
            </a:fld>
            <a:endParaRPr lang="en-US" dirty="0"/>
          </a:p>
        </p:txBody>
      </p:sp>
      <p:pic>
        <p:nvPicPr>
          <p:cNvPr id="4" name="Picture 3">
            <a:extLst>
              <a:ext uri="{FF2B5EF4-FFF2-40B4-BE49-F238E27FC236}">
                <a16:creationId xmlns:a16="http://schemas.microsoft.com/office/drawing/2014/main" id="{B41779DE-3932-404F-B8BB-D41F15D7D720}"/>
              </a:ext>
            </a:extLst>
          </p:cNvPr>
          <p:cNvPicPr>
            <a:picLocks noChangeAspect="1"/>
          </p:cNvPicPr>
          <p:nvPr/>
        </p:nvPicPr>
        <p:blipFill>
          <a:blip r:embed="rId2"/>
          <a:stretch>
            <a:fillRect/>
          </a:stretch>
        </p:blipFill>
        <p:spPr>
          <a:xfrm>
            <a:off x="2601712" y="596054"/>
            <a:ext cx="6008888" cy="6221801"/>
          </a:xfrm>
          <a:prstGeom prst="rect">
            <a:avLst/>
          </a:prstGeom>
        </p:spPr>
      </p:pic>
    </p:spTree>
    <p:extLst>
      <p:ext uri="{BB962C8B-B14F-4D97-AF65-F5344CB8AC3E}">
        <p14:creationId xmlns:p14="http://schemas.microsoft.com/office/powerpoint/2010/main" val="3559306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Daily Summary: Surface Status 1 (or 2) (Single Sensor) </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25</a:t>
            </a:fld>
            <a:endParaRPr lang="en-US" dirty="0"/>
          </a:p>
        </p:txBody>
      </p:sp>
      <p:pic>
        <p:nvPicPr>
          <p:cNvPr id="4" name="Picture 3">
            <a:extLst>
              <a:ext uri="{FF2B5EF4-FFF2-40B4-BE49-F238E27FC236}">
                <a16:creationId xmlns:a16="http://schemas.microsoft.com/office/drawing/2014/main" id="{E36FDA94-AC5C-4F08-B26A-D2BCF5D133CD}"/>
              </a:ext>
            </a:extLst>
          </p:cNvPr>
          <p:cNvPicPr>
            <a:picLocks noChangeAspect="1"/>
          </p:cNvPicPr>
          <p:nvPr/>
        </p:nvPicPr>
        <p:blipFill>
          <a:blip r:embed="rId2"/>
          <a:stretch>
            <a:fillRect/>
          </a:stretch>
        </p:blipFill>
        <p:spPr>
          <a:xfrm>
            <a:off x="4905375" y="1166810"/>
            <a:ext cx="6448425" cy="4524375"/>
          </a:xfrm>
          <a:prstGeom prst="rect">
            <a:avLst/>
          </a:prstGeom>
        </p:spPr>
      </p:pic>
      <p:sp>
        <p:nvSpPr>
          <p:cNvPr id="7" name="TextBox 6">
            <a:extLst>
              <a:ext uri="{FF2B5EF4-FFF2-40B4-BE49-F238E27FC236}">
                <a16:creationId xmlns:a16="http://schemas.microsoft.com/office/drawing/2014/main" id="{BB649CF6-A29D-451D-A22B-981B05A3D366}"/>
              </a:ext>
            </a:extLst>
          </p:cNvPr>
          <p:cNvSpPr txBox="1"/>
          <p:nvPr/>
        </p:nvSpPr>
        <p:spPr>
          <a:xfrm>
            <a:off x="159798" y="2151726"/>
            <a:ext cx="5353235" cy="2554545"/>
          </a:xfrm>
          <a:prstGeom prst="rect">
            <a:avLst/>
          </a:prstGeom>
          <a:noFill/>
        </p:spPr>
        <p:txBody>
          <a:bodyPr wrap="square" rtlCol="0">
            <a:spAutoFit/>
          </a:bodyPr>
          <a:lstStyle/>
          <a:p>
            <a:pPr marL="285750" indent="-285750">
              <a:buFont typeface="Arial" panose="020B0604020202020204" pitchFamily="34" charset="0"/>
              <a:buChar char="•"/>
            </a:pPr>
            <a:r>
              <a:rPr lang="en-US" sz="4000" dirty="0">
                <a:latin typeface="Bahnschrift Light SemiCondensed" panose="020B0502040204020203" pitchFamily="34" charset="0"/>
              </a:rPr>
              <a:t>Color Legend For Limited Space</a:t>
            </a:r>
          </a:p>
          <a:p>
            <a:pPr marL="285750" indent="-285750">
              <a:buFont typeface="Arial" panose="020B0604020202020204" pitchFamily="34" charset="0"/>
              <a:buChar char="•"/>
            </a:pPr>
            <a:r>
              <a:rPr lang="en-US" sz="4000" dirty="0">
                <a:latin typeface="Bahnschrift Light SemiCondensed" panose="020B0502040204020203" pitchFamily="34" charset="0"/>
              </a:rPr>
              <a:t>Count For Bar Comparison</a:t>
            </a:r>
          </a:p>
        </p:txBody>
      </p:sp>
    </p:spTree>
    <p:extLst>
      <p:ext uri="{BB962C8B-B14F-4D97-AF65-F5344CB8AC3E}">
        <p14:creationId xmlns:p14="http://schemas.microsoft.com/office/powerpoint/2010/main" val="32441268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Changes Made from Prior Versions</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26</a:t>
            </a:fld>
            <a:endParaRPr lang="en-US" dirty="0"/>
          </a:p>
        </p:txBody>
      </p:sp>
      <p:pic>
        <p:nvPicPr>
          <p:cNvPr id="4" name="Picture 3">
            <a:extLst>
              <a:ext uri="{FF2B5EF4-FFF2-40B4-BE49-F238E27FC236}">
                <a16:creationId xmlns:a16="http://schemas.microsoft.com/office/drawing/2014/main" id="{49B9FEFD-402D-48DF-B133-0ED9BD9B4F15}"/>
              </a:ext>
            </a:extLst>
          </p:cNvPr>
          <p:cNvPicPr>
            <a:picLocks noChangeAspect="1"/>
          </p:cNvPicPr>
          <p:nvPr/>
        </p:nvPicPr>
        <p:blipFill rotWithShape="1">
          <a:blip r:embed="rId2"/>
          <a:srcRect l="-179" r="2"/>
          <a:stretch/>
        </p:blipFill>
        <p:spPr>
          <a:xfrm>
            <a:off x="55253" y="640740"/>
            <a:ext cx="5379147" cy="2156323"/>
          </a:xfrm>
          <a:prstGeom prst="rect">
            <a:avLst/>
          </a:prstGeom>
        </p:spPr>
      </p:pic>
      <p:pic>
        <p:nvPicPr>
          <p:cNvPr id="6" name="Picture 5">
            <a:extLst>
              <a:ext uri="{FF2B5EF4-FFF2-40B4-BE49-F238E27FC236}">
                <a16:creationId xmlns:a16="http://schemas.microsoft.com/office/drawing/2014/main" id="{3E499AB1-EF7D-4512-9C04-EC5684B8B471}"/>
              </a:ext>
            </a:extLst>
          </p:cNvPr>
          <p:cNvPicPr>
            <a:picLocks noChangeAspect="1"/>
          </p:cNvPicPr>
          <p:nvPr/>
        </p:nvPicPr>
        <p:blipFill>
          <a:blip r:embed="rId3"/>
          <a:stretch>
            <a:fillRect/>
          </a:stretch>
        </p:blipFill>
        <p:spPr>
          <a:xfrm>
            <a:off x="5379868" y="596054"/>
            <a:ext cx="6507332" cy="2201009"/>
          </a:xfrm>
          <a:prstGeom prst="rect">
            <a:avLst/>
          </a:prstGeom>
        </p:spPr>
      </p:pic>
      <p:pic>
        <p:nvPicPr>
          <p:cNvPr id="7" name="Picture 6">
            <a:extLst>
              <a:ext uri="{FF2B5EF4-FFF2-40B4-BE49-F238E27FC236}">
                <a16:creationId xmlns:a16="http://schemas.microsoft.com/office/drawing/2014/main" id="{EA179D92-40D6-41FE-9AE0-2133A48F1A18}"/>
              </a:ext>
            </a:extLst>
          </p:cNvPr>
          <p:cNvPicPr>
            <a:picLocks noChangeAspect="1"/>
          </p:cNvPicPr>
          <p:nvPr/>
        </p:nvPicPr>
        <p:blipFill>
          <a:blip r:embed="rId4"/>
          <a:stretch>
            <a:fillRect/>
          </a:stretch>
        </p:blipFill>
        <p:spPr>
          <a:xfrm>
            <a:off x="193981" y="3072569"/>
            <a:ext cx="4369141" cy="3064180"/>
          </a:xfrm>
          <a:prstGeom prst="rect">
            <a:avLst/>
          </a:prstGeom>
        </p:spPr>
      </p:pic>
      <p:pic>
        <p:nvPicPr>
          <p:cNvPr id="9" name="Picture 8">
            <a:extLst>
              <a:ext uri="{FF2B5EF4-FFF2-40B4-BE49-F238E27FC236}">
                <a16:creationId xmlns:a16="http://schemas.microsoft.com/office/drawing/2014/main" id="{A547EF5E-79AB-45E4-AF2C-C8FD11BBBB72}"/>
              </a:ext>
            </a:extLst>
          </p:cNvPr>
          <p:cNvPicPr>
            <a:picLocks noChangeAspect="1"/>
          </p:cNvPicPr>
          <p:nvPr/>
        </p:nvPicPr>
        <p:blipFill>
          <a:blip r:embed="rId5"/>
          <a:stretch>
            <a:fillRect/>
          </a:stretch>
        </p:blipFill>
        <p:spPr>
          <a:xfrm>
            <a:off x="5379868" y="3072569"/>
            <a:ext cx="4369141" cy="3079887"/>
          </a:xfrm>
          <a:prstGeom prst="rect">
            <a:avLst/>
          </a:prstGeom>
        </p:spPr>
      </p:pic>
    </p:spTree>
    <p:extLst>
      <p:ext uri="{BB962C8B-B14F-4D97-AF65-F5344CB8AC3E}">
        <p14:creationId xmlns:p14="http://schemas.microsoft.com/office/powerpoint/2010/main" val="34968992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Changes Made from Prior Versions</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27</a:t>
            </a:fld>
            <a:endParaRPr lang="en-US" dirty="0"/>
          </a:p>
        </p:txBody>
      </p:sp>
      <p:pic>
        <p:nvPicPr>
          <p:cNvPr id="5" name="Picture 4">
            <a:extLst>
              <a:ext uri="{FF2B5EF4-FFF2-40B4-BE49-F238E27FC236}">
                <a16:creationId xmlns:a16="http://schemas.microsoft.com/office/drawing/2014/main" id="{AB9ACF9B-098B-48A5-B04F-09D6A89FC1A7}"/>
              </a:ext>
            </a:extLst>
          </p:cNvPr>
          <p:cNvPicPr>
            <a:picLocks noChangeAspect="1"/>
          </p:cNvPicPr>
          <p:nvPr/>
        </p:nvPicPr>
        <p:blipFill>
          <a:blip r:embed="rId2"/>
          <a:stretch>
            <a:fillRect/>
          </a:stretch>
        </p:blipFill>
        <p:spPr>
          <a:xfrm>
            <a:off x="1707554" y="594372"/>
            <a:ext cx="3045699" cy="2881830"/>
          </a:xfrm>
          <a:prstGeom prst="rect">
            <a:avLst/>
          </a:prstGeom>
        </p:spPr>
      </p:pic>
      <p:pic>
        <p:nvPicPr>
          <p:cNvPr id="9" name="Picture 8">
            <a:extLst>
              <a:ext uri="{FF2B5EF4-FFF2-40B4-BE49-F238E27FC236}">
                <a16:creationId xmlns:a16="http://schemas.microsoft.com/office/drawing/2014/main" id="{44DB3F8E-2E80-4EC3-AF1E-6CBD6342F9C8}"/>
              </a:ext>
            </a:extLst>
          </p:cNvPr>
          <p:cNvPicPr>
            <a:picLocks noChangeAspect="1"/>
          </p:cNvPicPr>
          <p:nvPr/>
        </p:nvPicPr>
        <p:blipFill>
          <a:blip r:embed="rId3"/>
          <a:stretch>
            <a:fillRect/>
          </a:stretch>
        </p:blipFill>
        <p:spPr>
          <a:xfrm>
            <a:off x="5850365" y="549689"/>
            <a:ext cx="3932254" cy="2974560"/>
          </a:xfrm>
          <a:prstGeom prst="rect">
            <a:avLst/>
          </a:prstGeom>
        </p:spPr>
      </p:pic>
      <p:pic>
        <p:nvPicPr>
          <p:cNvPr id="10" name="Picture 9">
            <a:extLst>
              <a:ext uri="{FF2B5EF4-FFF2-40B4-BE49-F238E27FC236}">
                <a16:creationId xmlns:a16="http://schemas.microsoft.com/office/drawing/2014/main" id="{1DA5EF59-14EB-43F5-BE78-CD0A1704E815}"/>
              </a:ext>
            </a:extLst>
          </p:cNvPr>
          <p:cNvPicPr>
            <a:picLocks noChangeAspect="1"/>
          </p:cNvPicPr>
          <p:nvPr/>
        </p:nvPicPr>
        <p:blipFill>
          <a:blip r:embed="rId4"/>
          <a:stretch>
            <a:fillRect/>
          </a:stretch>
        </p:blipFill>
        <p:spPr>
          <a:xfrm>
            <a:off x="2062661" y="3524249"/>
            <a:ext cx="3045699" cy="3276150"/>
          </a:xfrm>
          <a:prstGeom prst="rect">
            <a:avLst/>
          </a:prstGeom>
        </p:spPr>
      </p:pic>
      <p:pic>
        <p:nvPicPr>
          <p:cNvPr id="11" name="Picture 10">
            <a:extLst>
              <a:ext uri="{FF2B5EF4-FFF2-40B4-BE49-F238E27FC236}">
                <a16:creationId xmlns:a16="http://schemas.microsoft.com/office/drawing/2014/main" id="{9E635D6F-1770-412C-93AC-1C9513B74CD0}"/>
              </a:ext>
            </a:extLst>
          </p:cNvPr>
          <p:cNvPicPr>
            <a:picLocks noChangeAspect="1"/>
          </p:cNvPicPr>
          <p:nvPr/>
        </p:nvPicPr>
        <p:blipFill>
          <a:blip r:embed="rId5"/>
          <a:stretch>
            <a:fillRect/>
          </a:stretch>
        </p:blipFill>
        <p:spPr>
          <a:xfrm>
            <a:off x="6543396" y="3581850"/>
            <a:ext cx="3164039" cy="3276150"/>
          </a:xfrm>
          <a:prstGeom prst="rect">
            <a:avLst/>
          </a:prstGeom>
        </p:spPr>
      </p:pic>
    </p:spTree>
    <p:extLst>
      <p:ext uri="{BB962C8B-B14F-4D97-AF65-F5344CB8AC3E}">
        <p14:creationId xmlns:p14="http://schemas.microsoft.com/office/powerpoint/2010/main" val="22358050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Challenges Faced</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28</a:t>
            </a:fld>
            <a:endParaRPr lang="en-US" dirty="0"/>
          </a:p>
        </p:txBody>
      </p:sp>
      <p:sp>
        <p:nvSpPr>
          <p:cNvPr id="5" name="Rectangle 4">
            <a:extLst>
              <a:ext uri="{FF2B5EF4-FFF2-40B4-BE49-F238E27FC236}">
                <a16:creationId xmlns:a16="http://schemas.microsoft.com/office/drawing/2014/main" id="{B0251F3E-3723-410A-B325-7887959B2789}"/>
              </a:ext>
            </a:extLst>
          </p:cNvPr>
          <p:cNvSpPr/>
          <p:nvPr/>
        </p:nvSpPr>
        <p:spPr>
          <a:xfrm>
            <a:off x="384370" y="2274838"/>
            <a:ext cx="11421566" cy="2308324"/>
          </a:xfrm>
          <a:prstGeom prst="rect">
            <a:avLst/>
          </a:prstGeom>
        </p:spPr>
        <p:txBody>
          <a:bodyPr wrap="square">
            <a:spAutoFit/>
          </a:bodyPr>
          <a:lstStyle/>
          <a:p>
            <a:r>
              <a:rPr lang="en-US" sz="2400" i="1" dirty="0"/>
              <a:t>Most of the challenges that I faced were due to the barrier of what I wanted to create or change in a plot, and the vast field of unlearned pieces with Seaborn and Matplotlib. I was surprised at how much time could be spent changing very subtle variables within a plot, and how much trial and error there was with design. There is something a little frustrating about knowing that you could easily create you desired change with pen and paper, but you have to suffer through extensive research for a slight change.</a:t>
            </a:r>
          </a:p>
        </p:txBody>
      </p:sp>
    </p:spTree>
    <p:extLst>
      <p:ext uri="{BB962C8B-B14F-4D97-AF65-F5344CB8AC3E}">
        <p14:creationId xmlns:p14="http://schemas.microsoft.com/office/powerpoint/2010/main" val="22072507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What I Learned</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29</a:t>
            </a:fld>
            <a:endParaRPr lang="en-US" dirty="0"/>
          </a:p>
        </p:txBody>
      </p:sp>
      <p:sp>
        <p:nvSpPr>
          <p:cNvPr id="15" name="TextBox 14">
            <a:extLst>
              <a:ext uri="{FF2B5EF4-FFF2-40B4-BE49-F238E27FC236}">
                <a16:creationId xmlns:a16="http://schemas.microsoft.com/office/drawing/2014/main" id="{8AD4E3BE-3B5C-494E-A77D-F2F3452F0BA6}"/>
              </a:ext>
            </a:extLst>
          </p:cNvPr>
          <p:cNvSpPr txBox="1"/>
          <p:nvPr/>
        </p:nvSpPr>
        <p:spPr>
          <a:xfrm>
            <a:off x="-1" y="596055"/>
            <a:ext cx="5610688" cy="5170646"/>
          </a:xfrm>
          <a:prstGeom prst="rect">
            <a:avLst/>
          </a:prstGeom>
          <a:noFill/>
        </p:spPr>
        <p:txBody>
          <a:bodyPr wrap="square" rtlCol="0">
            <a:spAutoFit/>
          </a:bodyPr>
          <a:lstStyle/>
          <a:p>
            <a:r>
              <a:rPr lang="en-US" sz="2400" i="1" dirty="0"/>
              <a:t>Ever since I had started plotting data in this class, I can’t help but to look at a visualization and wonder what are behind the scenes to create what’s there. It’s a bit of a humbling experience to attempt to create something that seemed so simple but in fact wasn’t at all. Also, I learned that data can’t be tossed into a pie chart and called a day. Not only do you have to take time to decide how you data will be represented visually, there are many more aspects like is it accessible? Is it misleading? Who is the audience? Is this chart junk?</a:t>
            </a:r>
          </a:p>
          <a:p>
            <a:endParaRPr lang="en-US" dirty="0"/>
          </a:p>
        </p:txBody>
      </p:sp>
      <p:pic>
        <p:nvPicPr>
          <p:cNvPr id="16" name="Picture 15">
            <a:extLst>
              <a:ext uri="{FF2B5EF4-FFF2-40B4-BE49-F238E27FC236}">
                <a16:creationId xmlns:a16="http://schemas.microsoft.com/office/drawing/2014/main" id="{AB67281A-D9E4-40CB-99C6-98C1280D0085}"/>
              </a:ext>
            </a:extLst>
          </p:cNvPr>
          <p:cNvPicPr>
            <a:picLocks noChangeAspect="1"/>
          </p:cNvPicPr>
          <p:nvPr/>
        </p:nvPicPr>
        <p:blipFill>
          <a:blip r:embed="rId2"/>
          <a:stretch>
            <a:fillRect/>
          </a:stretch>
        </p:blipFill>
        <p:spPr>
          <a:xfrm>
            <a:off x="5704088" y="301099"/>
            <a:ext cx="6317486" cy="4759173"/>
          </a:xfrm>
          <a:prstGeom prst="rect">
            <a:avLst/>
          </a:prstGeom>
        </p:spPr>
      </p:pic>
    </p:spTree>
    <p:extLst>
      <p:ext uri="{BB962C8B-B14F-4D97-AF65-F5344CB8AC3E}">
        <p14:creationId xmlns:p14="http://schemas.microsoft.com/office/powerpoint/2010/main" val="36424562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03917-4A44-4F45-9C70-2175548570A4}"/>
              </a:ext>
            </a:extLst>
          </p:cNvPr>
          <p:cNvSpPr>
            <a:spLocks noGrp="1"/>
          </p:cNvSpPr>
          <p:nvPr>
            <p:ph type="title"/>
          </p:nvPr>
        </p:nvSpPr>
        <p:spPr>
          <a:xfrm>
            <a:off x="-1694" y="6144"/>
            <a:ext cx="12193694" cy="589910"/>
          </a:xfrm>
        </p:spPr>
        <p:txBody>
          <a:bodyPr>
            <a:normAutofit/>
          </a:bodyPr>
          <a:lstStyle/>
          <a:p>
            <a:r>
              <a:rPr lang="en-US" sz="3600" dirty="0"/>
              <a:t>Summary</a:t>
            </a:r>
          </a:p>
        </p:txBody>
      </p:sp>
      <p:sp>
        <p:nvSpPr>
          <p:cNvPr id="3" name="Slide Number Placeholder 2">
            <a:extLst>
              <a:ext uri="{FF2B5EF4-FFF2-40B4-BE49-F238E27FC236}">
                <a16:creationId xmlns:a16="http://schemas.microsoft.com/office/drawing/2014/main" id="{22337C60-68C8-4F0A-AF70-19931B14F2D3}"/>
              </a:ext>
            </a:extLst>
          </p:cNvPr>
          <p:cNvSpPr>
            <a:spLocks noGrp="1"/>
          </p:cNvSpPr>
          <p:nvPr>
            <p:ph type="sldNum" sz="quarter" idx="12"/>
          </p:nvPr>
        </p:nvSpPr>
        <p:spPr/>
        <p:txBody>
          <a:bodyPr/>
          <a:lstStyle/>
          <a:p>
            <a:fld id="{12602B47-B449-43DE-ADBE-20C7CD761B14}" type="slidenum">
              <a:rPr lang="en-US" smtClean="0"/>
              <a:t>30</a:t>
            </a:fld>
            <a:endParaRPr lang="en-US" dirty="0"/>
          </a:p>
        </p:txBody>
      </p:sp>
      <p:sp>
        <p:nvSpPr>
          <p:cNvPr id="8" name="TextBox 7">
            <a:extLst>
              <a:ext uri="{FF2B5EF4-FFF2-40B4-BE49-F238E27FC236}">
                <a16:creationId xmlns:a16="http://schemas.microsoft.com/office/drawing/2014/main" id="{706ABDF6-05CC-4067-AB4A-DDFEE3BBDCE6}"/>
              </a:ext>
            </a:extLst>
          </p:cNvPr>
          <p:cNvSpPr txBox="1"/>
          <p:nvPr/>
        </p:nvSpPr>
        <p:spPr>
          <a:xfrm>
            <a:off x="3156643" y="1582340"/>
            <a:ext cx="5877019" cy="3693319"/>
          </a:xfrm>
          <a:prstGeom prst="rect">
            <a:avLst/>
          </a:prstGeom>
          <a:noFill/>
        </p:spPr>
        <p:txBody>
          <a:bodyPr wrap="square" rtlCol="0">
            <a:spAutoFit/>
          </a:bodyPr>
          <a:lstStyle/>
          <a:p>
            <a:r>
              <a:rPr lang="en-US" sz="2400" i="1" dirty="0"/>
              <a:t>Although data visualization is seen as part art and part science, it seems more to be the art of understanding science. You want the audience of your creations to easily understand your visuals while also provoking deeper thought. Although there is many variables to the programming behind plots like these, it’s also how much experience you’re able to gain from testing.</a:t>
            </a:r>
          </a:p>
          <a:p>
            <a:endParaRPr lang="en-US" dirty="0"/>
          </a:p>
        </p:txBody>
      </p:sp>
    </p:spTree>
    <p:extLst>
      <p:ext uri="{BB962C8B-B14F-4D97-AF65-F5344CB8AC3E}">
        <p14:creationId xmlns:p14="http://schemas.microsoft.com/office/powerpoint/2010/main" val="9700851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15066</TotalTime>
  <Words>663</Words>
  <Application>Microsoft Office PowerPoint</Application>
  <PresentationFormat>Widescreen</PresentationFormat>
  <Paragraphs>96</Paragraphs>
  <Slides>30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Bahnschrift Light SemiCondensed</vt:lpstr>
      <vt:lpstr>Calibri</vt:lpstr>
      <vt:lpstr>Calibri Light</vt:lpstr>
      <vt:lpstr>Office Theme</vt:lpstr>
      <vt:lpstr>CSCI 444 Data Visualization</vt:lpstr>
      <vt:lpstr>Introduction to Dashboard</vt:lpstr>
      <vt:lpstr>Map Section</vt:lpstr>
      <vt:lpstr>Map Showing Location of Site</vt:lpstr>
      <vt:lpstr>Time Series Plots Section</vt:lpstr>
      <vt:lpstr>Time Series: Air Temperature  </vt:lpstr>
      <vt:lpstr>Time Series: Humidity</vt:lpstr>
      <vt:lpstr>Time Series: Air Temperature and Dewpoint </vt:lpstr>
      <vt:lpstr>Time Series: Precipitation Amount</vt:lpstr>
      <vt:lpstr>Time Series: Wind Average Speed and Direction </vt:lpstr>
      <vt:lpstr>Time Series: Wind Gust Speed and Direction</vt:lpstr>
      <vt:lpstr>Time Series: Wind Average and Gust Speeds</vt:lpstr>
      <vt:lpstr>Time Series: Wind Average and Gust Directions</vt:lpstr>
      <vt:lpstr>Time Series: Surface Temperature – All Sensors (Multiple Sensors)</vt:lpstr>
      <vt:lpstr>Time Series : Surface Temperature 1 (or 2) (Single Sensor) </vt:lpstr>
      <vt:lpstr>Time Series : Surface Status 1 (or 2) (Single Sensor) </vt:lpstr>
      <vt:lpstr>Daily Summary Plots</vt:lpstr>
      <vt:lpstr>Daily Summary: Air Temperature  </vt:lpstr>
      <vt:lpstr>Daily Summary: Humidity</vt:lpstr>
      <vt:lpstr>Daily Summary: Air Temperature and Dewpoint </vt:lpstr>
      <vt:lpstr>Daily Summary: Precipitation Amount</vt:lpstr>
      <vt:lpstr>Daily Summary: Wind Average/Gust Speed and Direction </vt:lpstr>
      <vt:lpstr>Daily Summary: Surface Temperature – All Sensors (Multiple Sensors)</vt:lpstr>
      <vt:lpstr>Daily Summary: Surface Temperature 1 (or 2) (Single Sensor) </vt:lpstr>
      <vt:lpstr>Daily Summary: Surface Status 1 (or 2) (Single Sensor) </vt:lpstr>
      <vt:lpstr>Changes Made from Prior Versions</vt:lpstr>
      <vt:lpstr>Changes Made from Prior Versions</vt:lpstr>
      <vt:lpstr>Challenges Faced</vt:lpstr>
      <vt:lpstr>What I Learned</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CSCI 443 User Interface Design</dc:title>
  <dc:creator>Douglas Galarus</dc:creator>
  <cp:lastModifiedBy>Wimmer, Ethan</cp:lastModifiedBy>
  <cp:revision>106</cp:revision>
  <cp:lastPrinted>2020-09-17T17:50:59Z</cp:lastPrinted>
  <dcterms:created xsi:type="dcterms:W3CDTF">2020-08-16T14:50:08Z</dcterms:created>
  <dcterms:modified xsi:type="dcterms:W3CDTF">2024-04-29T05:14:01Z</dcterms:modified>
</cp:coreProperties>
</file>